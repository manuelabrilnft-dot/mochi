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  <p:sldMasterId id="2147483707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Bebas Neue" panose="020B0606020202050201" pitchFamily="34" charset="0"/>
      <p:regular r:id="rId21"/>
    </p:embeddedFont>
    <p:embeddedFont>
      <p:font typeface="Comfortaa" panose="020B060402020202020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24c66b833e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24c66b833e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17547ba3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e17547ba3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e17547ba3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e17547ba3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17547ba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e17547ba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17547ba3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17547ba3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e17547ba3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e17547ba3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17547ba3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e17547ba3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e17547ba3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e17547ba3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e17547ba3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e17547ba3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17547ba3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e17547ba39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17547ba3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e17547ba3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e17547ba39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e17547ba39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e17547ba3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e17547ba3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17547ba3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e17547ba3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124c66b833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124c66b833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045575" y="1077625"/>
            <a:ext cx="5052900" cy="23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92525" y="35256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91919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771760" y="-424457"/>
            <a:ext cx="5070489" cy="1544172"/>
          </a:xfrm>
          <a:custGeom>
            <a:avLst/>
            <a:gdLst/>
            <a:ahLst/>
            <a:cxnLst/>
            <a:rect l="l" t="t" r="r" b="b"/>
            <a:pathLst>
              <a:path w="183348" h="55837" extrusionOk="0">
                <a:moveTo>
                  <a:pt x="1" y="31"/>
                </a:moveTo>
                <a:cubicBezTo>
                  <a:pt x="1004" y="1064"/>
                  <a:pt x="2159" y="1976"/>
                  <a:pt x="3375" y="2736"/>
                </a:cubicBezTo>
                <a:cubicBezTo>
                  <a:pt x="11125" y="7630"/>
                  <a:pt x="32402" y="3435"/>
                  <a:pt x="45625" y="15320"/>
                </a:cubicBezTo>
                <a:cubicBezTo>
                  <a:pt x="49606" y="18876"/>
                  <a:pt x="52737" y="23314"/>
                  <a:pt x="55838" y="27660"/>
                </a:cubicBezTo>
                <a:cubicBezTo>
                  <a:pt x="58938" y="32037"/>
                  <a:pt x="62251" y="36353"/>
                  <a:pt x="66567" y="39545"/>
                </a:cubicBezTo>
                <a:cubicBezTo>
                  <a:pt x="82707" y="51399"/>
                  <a:pt x="99182" y="39363"/>
                  <a:pt x="114805" y="33648"/>
                </a:cubicBezTo>
                <a:cubicBezTo>
                  <a:pt x="123742" y="30426"/>
                  <a:pt x="132891" y="30821"/>
                  <a:pt x="141766" y="34773"/>
                </a:cubicBezTo>
                <a:cubicBezTo>
                  <a:pt x="149669" y="38299"/>
                  <a:pt x="163803" y="55837"/>
                  <a:pt x="183013" y="45958"/>
                </a:cubicBezTo>
                <a:lnTo>
                  <a:pt x="183348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53747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130074" y="-586499"/>
            <a:ext cx="3046337" cy="3596892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284300" y="1801460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587299" y="3535257"/>
            <a:ext cx="5474833" cy="1824096"/>
          </a:xfrm>
          <a:custGeom>
            <a:avLst/>
            <a:gdLst/>
            <a:ahLst/>
            <a:cxnLst/>
            <a:rect l="l" t="t" r="r" b="b"/>
            <a:pathLst>
              <a:path w="197969" h="65959" extrusionOk="0">
                <a:moveTo>
                  <a:pt x="197968" y="7508"/>
                </a:moveTo>
                <a:cubicBezTo>
                  <a:pt x="197208" y="7083"/>
                  <a:pt x="196388" y="6657"/>
                  <a:pt x="195597" y="6292"/>
                </a:cubicBezTo>
                <a:cubicBezTo>
                  <a:pt x="182466" y="61"/>
                  <a:pt x="166539" y="0"/>
                  <a:pt x="153378" y="6231"/>
                </a:cubicBezTo>
                <a:cubicBezTo>
                  <a:pt x="137268" y="13891"/>
                  <a:pt x="124897" y="25381"/>
                  <a:pt x="105504" y="27843"/>
                </a:cubicBezTo>
                <a:cubicBezTo>
                  <a:pt x="85139" y="30426"/>
                  <a:pt x="65686" y="20517"/>
                  <a:pt x="46385" y="27600"/>
                </a:cubicBezTo>
                <a:cubicBezTo>
                  <a:pt x="34652" y="31885"/>
                  <a:pt x="27722" y="43709"/>
                  <a:pt x="19029" y="52676"/>
                </a:cubicBezTo>
                <a:cubicBezTo>
                  <a:pt x="13527" y="58360"/>
                  <a:pt x="7022" y="62767"/>
                  <a:pt x="1" y="65959"/>
                </a:cubicBezTo>
                <a:lnTo>
                  <a:pt x="197968" y="6595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7535080" y="2295937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57186" y="2619003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-209260" y="3466325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20926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-323549" y="-514273"/>
            <a:ext cx="3221171" cy="1963643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20000" y="2344400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50260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 rot="-5400000">
            <a:off x="5038149" y="-109009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rot="-5400000">
            <a:off x="6050126" y="-494318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 rot="-5400000">
            <a:off x="7829613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/>
          <p:nvPr/>
        </p:nvSpPr>
        <p:spPr>
          <a:xfrm rot="5400000">
            <a:off x="263245" y="-1358480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 rot="5400000">
            <a:off x="-2117939" y="1205889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 rot="5400000">
            <a:off x="-562154" y="-349897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/>
          <p:nvPr/>
        </p:nvSpPr>
        <p:spPr>
          <a:xfrm flipH="1">
            <a:off x="-2459185" y="-440035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 flipH="1">
            <a:off x="738295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53747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290763" y="25749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4945638" y="25749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1290763" y="3188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4945638" y="3188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5156207" y="-733135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-242112" y="32069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-209260" y="3466325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/>
          <p:nvPr/>
        </p:nvSpPr>
        <p:spPr>
          <a:xfrm flipH="1">
            <a:off x="6531075" y="3775775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/>
          <p:nvPr/>
        </p:nvSpPr>
        <p:spPr>
          <a:xfrm rot="10800000" flipH="1">
            <a:off x="-126075" y="-8722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 rot="10800000" flipH="1">
            <a:off x="-858150" y="-22562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1">
  <p:cSld name="TITLE_ONLY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60532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/>
          <p:nvPr/>
        </p:nvSpPr>
        <p:spPr>
          <a:xfrm rot="10800000">
            <a:off x="7074850" y="-6262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2">
  <p:cSld name="TITLE_ONLY_1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 rot="10800000">
            <a:off x="-1899393" y="401454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/>
          <p:nvPr/>
        </p:nvSpPr>
        <p:spPr>
          <a:xfrm rot="-5400000">
            <a:off x="7829613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3">
  <p:cSld name="TITLE_ONLY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6284300" y="1801460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7535080" y="2295937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>
            <a:off x="-257186" y="2619003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>
            <a:off x="-20926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360500" cy="8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324600" y="3069625"/>
            <a:ext cx="44949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8" name="Google Shape;78;p14"/>
          <p:cNvSpPr/>
          <p:nvPr/>
        </p:nvSpPr>
        <p:spPr>
          <a:xfrm rot="10800000">
            <a:off x="970125" y="3758566"/>
            <a:ext cx="5070489" cy="1544172"/>
          </a:xfrm>
          <a:custGeom>
            <a:avLst/>
            <a:gdLst/>
            <a:ahLst/>
            <a:cxnLst/>
            <a:rect l="l" t="t" r="r" b="b"/>
            <a:pathLst>
              <a:path w="183348" h="55837" extrusionOk="0">
                <a:moveTo>
                  <a:pt x="1" y="31"/>
                </a:moveTo>
                <a:cubicBezTo>
                  <a:pt x="1004" y="1064"/>
                  <a:pt x="2159" y="1976"/>
                  <a:pt x="3375" y="2736"/>
                </a:cubicBezTo>
                <a:cubicBezTo>
                  <a:pt x="11125" y="7630"/>
                  <a:pt x="32402" y="3435"/>
                  <a:pt x="45625" y="15320"/>
                </a:cubicBezTo>
                <a:cubicBezTo>
                  <a:pt x="49606" y="18876"/>
                  <a:pt x="52737" y="23314"/>
                  <a:pt x="55838" y="27660"/>
                </a:cubicBezTo>
                <a:cubicBezTo>
                  <a:pt x="58938" y="32037"/>
                  <a:pt x="62251" y="36353"/>
                  <a:pt x="66567" y="39545"/>
                </a:cubicBezTo>
                <a:cubicBezTo>
                  <a:pt x="82707" y="51399"/>
                  <a:pt x="99182" y="39363"/>
                  <a:pt x="114805" y="33648"/>
                </a:cubicBezTo>
                <a:cubicBezTo>
                  <a:pt x="123742" y="30426"/>
                  <a:pt x="132891" y="30821"/>
                  <a:pt x="141766" y="34773"/>
                </a:cubicBezTo>
                <a:cubicBezTo>
                  <a:pt x="149669" y="38299"/>
                  <a:pt x="163803" y="55837"/>
                  <a:pt x="183013" y="45958"/>
                </a:cubicBezTo>
                <a:lnTo>
                  <a:pt x="183348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/>
          <p:nvPr/>
        </p:nvSpPr>
        <p:spPr>
          <a:xfrm rot="10800000">
            <a:off x="-114228" y="3457624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4"/>
          <p:cNvSpPr/>
          <p:nvPr/>
        </p:nvSpPr>
        <p:spPr>
          <a:xfrm rot="10800000">
            <a:off x="6896111" y="1867888"/>
            <a:ext cx="3046337" cy="3596892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 rot="10800000">
            <a:off x="-323549" y="-586499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4"/>
          <p:cNvSpPr/>
          <p:nvPr/>
        </p:nvSpPr>
        <p:spPr>
          <a:xfrm rot="10800000">
            <a:off x="-249758" y="-481073"/>
            <a:ext cx="5474833" cy="1824096"/>
          </a:xfrm>
          <a:custGeom>
            <a:avLst/>
            <a:gdLst/>
            <a:ahLst/>
            <a:cxnLst/>
            <a:rect l="l" t="t" r="r" b="b"/>
            <a:pathLst>
              <a:path w="197969" h="65959" extrusionOk="0">
                <a:moveTo>
                  <a:pt x="197968" y="7508"/>
                </a:moveTo>
                <a:cubicBezTo>
                  <a:pt x="197208" y="7083"/>
                  <a:pt x="196388" y="6657"/>
                  <a:pt x="195597" y="6292"/>
                </a:cubicBezTo>
                <a:cubicBezTo>
                  <a:pt x="182466" y="61"/>
                  <a:pt x="166539" y="0"/>
                  <a:pt x="153378" y="6231"/>
                </a:cubicBezTo>
                <a:cubicBezTo>
                  <a:pt x="137268" y="13891"/>
                  <a:pt x="124897" y="25381"/>
                  <a:pt x="105504" y="27843"/>
                </a:cubicBezTo>
                <a:cubicBezTo>
                  <a:pt x="85139" y="30426"/>
                  <a:pt x="65686" y="20517"/>
                  <a:pt x="46385" y="27600"/>
                </a:cubicBezTo>
                <a:cubicBezTo>
                  <a:pt x="34652" y="31885"/>
                  <a:pt x="27722" y="43709"/>
                  <a:pt x="19029" y="52676"/>
                </a:cubicBezTo>
                <a:cubicBezTo>
                  <a:pt x="13527" y="58360"/>
                  <a:pt x="7022" y="62767"/>
                  <a:pt x="1" y="65959"/>
                </a:cubicBezTo>
                <a:lnTo>
                  <a:pt x="197968" y="6595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4"/>
          <p:cNvSpPr/>
          <p:nvPr/>
        </p:nvSpPr>
        <p:spPr>
          <a:xfrm rot="10800000">
            <a:off x="-323549" y="-459789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/>
          <p:nvPr/>
        </p:nvSpPr>
        <p:spPr>
          <a:xfrm rot="10800000">
            <a:off x="7662081" y="-577738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/>
          <p:nvPr/>
        </p:nvSpPr>
        <p:spPr>
          <a:xfrm rot="10800000">
            <a:off x="5753914" y="-550000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4"/>
          <p:cNvSpPr/>
          <p:nvPr/>
        </p:nvSpPr>
        <p:spPr>
          <a:xfrm rot="10800000">
            <a:off x="7477982" y="-550000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4"/>
          <p:cNvSpPr/>
          <p:nvPr/>
        </p:nvSpPr>
        <p:spPr>
          <a:xfrm rot="10800000">
            <a:off x="6914751" y="3428910"/>
            <a:ext cx="3221171" cy="1963643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720000" y="18748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6"/>
          <p:cNvSpPr txBox="1">
            <a:spLocks noGrp="1"/>
          </p:cNvSpPr>
          <p:nvPr>
            <p:ph type="subTitle" idx="1"/>
          </p:nvPr>
        </p:nvSpPr>
        <p:spPr>
          <a:xfrm>
            <a:off x="720000" y="2325813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title" idx="3"/>
          </p:nvPr>
        </p:nvSpPr>
        <p:spPr>
          <a:xfrm>
            <a:off x="3327300" y="1874875"/>
            <a:ext cx="259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title" idx="4" hasCustomPrompt="1"/>
          </p:nvPr>
        </p:nvSpPr>
        <p:spPr>
          <a:xfrm>
            <a:off x="33273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5"/>
          </p:nvPr>
        </p:nvSpPr>
        <p:spPr>
          <a:xfrm>
            <a:off x="3327300" y="2329300"/>
            <a:ext cx="259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title" idx="6"/>
          </p:nvPr>
        </p:nvSpPr>
        <p:spPr>
          <a:xfrm>
            <a:off x="6087600" y="18748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" name="Google Shape;98;p16"/>
          <p:cNvSpPr txBox="1">
            <a:spLocks noGrp="1"/>
          </p:cNvSpPr>
          <p:nvPr>
            <p:ph type="subTitle" idx="8"/>
          </p:nvPr>
        </p:nvSpPr>
        <p:spPr>
          <a:xfrm>
            <a:off x="6087600" y="23293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title" idx="9"/>
          </p:nvPr>
        </p:nvSpPr>
        <p:spPr>
          <a:xfrm>
            <a:off x="720000" y="36642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1199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6"/>
          <p:cNvSpPr txBox="1">
            <a:spLocks noGrp="1"/>
          </p:cNvSpPr>
          <p:nvPr>
            <p:ph type="subTitle" idx="14"/>
          </p:nvPr>
        </p:nvSpPr>
        <p:spPr>
          <a:xfrm>
            <a:off x="720000" y="41187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title" idx="15"/>
          </p:nvPr>
        </p:nvSpPr>
        <p:spPr>
          <a:xfrm>
            <a:off x="3327300" y="3664275"/>
            <a:ext cx="259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16" hasCustomPrompt="1"/>
          </p:nvPr>
        </p:nvSpPr>
        <p:spPr>
          <a:xfrm>
            <a:off x="3327300" y="31199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7"/>
          </p:nvPr>
        </p:nvSpPr>
        <p:spPr>
          <a:xfrm>
            <a:off x="3327300" y="4118700"/>
            <a:ext cx="259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18"/>
          </p:nvPr>
        </p:nvSpPr>
        <p:spPr>
          <a:xfrm>
            <a:off x="6087600" y="36642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3119975"/>
            <a:ext cx="13341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20"/>
          </p:nvPr>
        </p:nvSpPr>
        <p:spPr>
          <a:xfrm>
            <a:off x="6087600" y="41187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6"/>
          <p:cNvSpPr/>
          <p:nvPr/>
        </p:nvSpPr>
        <p:spPr>
          <a:xfrm flipH="1">
            <a:off x="6449100" y="-437475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 rot="10800000">
            <a:off x="7074850" y="-6262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2290025" y="318528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1708625" y="1426325"/>
            <a:ext cx="5726700" cy="16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7"/>
          <p:cNvSpPr/>
          <p:nvPr/>
        </p:nvSpPr>
        <p:spPr>
          <a:xfrm rot="10800000" flipH="1">
            <a:off x="659175" y="-328750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 rot="10800000" flipH="1">
            <a:off x="-154025" y="-1579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 rot="10800000" flipH="1">
            <a:off x="-110700" y="-13290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 rot="10800000">
            <a:off x="6425950" y="2109538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 rot="10800000">
            <a:off x="6267900" y="3462388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/>
          <p:nvPr/>
        </p:nvSpPr>
        <p:spPr>
          <a:xfrm rot="10800000">
            <a:off x="7368975" y="4533838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subTitle" idx="1"/>
          </p:nvPr>
        </p:nvSpPr>
        <p:spPr>
          <a:xfrm>
            <a:off x="2525675" y="3178675"/>
            <a:ext cx="4092600" cy="15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2525700" y="2741600"/>
            <a:ext cx="4092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8"/>
          <p:cNvSpPr/>
          <p:nvPr/>
        </p:nvSpPr>
        <p:spPr>
          <a:xfrm flipH="1">
            <a:off x="6761925" y="-156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/>
          <p:nvPr/>
        </p:nvSpPr>
        <p:spPr>
          <a:xfrm rot="10800000">
            <a:off x="6946525" y="-75457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8"/>
          <p:cNvSpPr/>
          <p:nvPr/>
        </p:nvSpPr>
        <p:spPr>
          <a:xfrm rot="10800000" flipH="1">
            <a:off x="-610111" y="-420997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8"/>
          <p:cNvSpPr/>
          <p:nvPr/>
        </p:nvSpPr>
        <p:spPr>
          <a:xfrm rot="10800000" flipH="1">
            <a:off x="-562185" y="-205384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/>
          <p:nvPr/>
        </p:nvSpPr>
        <p:spPr>
          <a:xfrm rot="10800000" flipH="1">
            <a:off x="-562185" y="-393259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>
            <a:spLocks noGrp="1"/>
          </p:cNvSpPr>
          <p:nvPr>
            <p:ph type="subTitle" idx="1"/>
          </p:nvPr>
        </p:nvSpPr>
        <p:spPr>
          <a:xfrm>
            <a:off x="813150" y="2327525"/>
            <a:ext cx="3556800" cy="15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813150" y="1567975"/>
            <a:ext cx="45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-917811" y="3189990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-869885" y="3849437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-869885" y="3661564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7200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1"/>
          </p:nvPr>
        </p:nvSpPr>
        <p:spPr>
          <a:xfrm>
            <a:off x="8172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 idx="2"/>
          </p:nvPr>
        </p:nvSpPr>
        <p:spPr>
          <a:xfrm>
            <a:off x="34038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3"/>
          </p:nvPr>
        </p:nvSpPr>
        <p:spPr>
          <a:xfrm>
            <a:off x="35010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1"/>
          <p:cNvSpPr txBox="1">
            <a:spLocks noGrp="1"/>
          </p:cNvSpPr>
          <p:nvPr>
            <p:ph type="title" idx="4"/>
          </p:nvPr>
        </p:nvSpPr>
        <p:spPr>
          <a:xfrm>
            <a:off x="60876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7" name="Google Shape;147;p21"/>
          <p:cNvSpPr txBox="1">
            <a:spLocks noGrp="1"/>
          </p:cNvSpPr>
          <p:nvPr>
            <p:ph type="subTitle" idx="5"/>
          </p:nvPr>
        </p:nvSpPr>
        <p:spPr>
          <a:xfrm>
            <a:off x="61848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rgbClr val="46A9E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1"/>
          <p:cNvSpPr/>
          <p:nvPr/>
        </p:nvSpPr>
        <p:spPr>
          <a:xfrm rot="10800000">
            <a:off x="-219050" y="-149750"/>
            <a:ext cx="3481850" cy="3311625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rgbClr val="9ED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/>
          <p:nvPr/>
        </p:nvSpPr>
        <p:spPr>
          <a:xfrm rot="10800000">
            <a:off x="-219050" y="-51025"/>
            <a:ext cx="2351150" cy="2750075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1"/>
          <p:cNvSpPr/>
          <p:nvPr/>
        </p:nvSpPr>
        <p:spPr>
          <a:xfrm rot="10800000">
            <a:off x="-219050" y="-43625"/>
            <a:ext cx="1530450" cy="942275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rgbClr val="E6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10800000">
            <a:off x="7009450" y="-83500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rgbClr val="9ED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10800000">
            <a:off x="6843025" y="-5842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10800000">
            <a:off x="7596825" y="-51025"/>
            <a:ext cx="1545650" cy="1464325"/>
          </a:xfrm>
          <a:custGeom>
            <a:avLst/>
            <a:gdLst/>
            <a:ahLst/>
            <a:cxnLst/>
            <a:rect l="l" t="t" r="r" b="b"/>
            <a:pathLst>
              <a:path w="61826" h="58573" extrusionOk="0">
                <a:moveTo>
                  <a:pt x="0" y="58573"/>
                </a:moveTo>
                <a:lnTo>
                  <a:pt x="61612" y="58573"/>
                </a:lnTo>
                <a:cubicBezTo>
                  <a:pt x="61825" y="43648"/>
                  <a:pt x="52828" y="28177"/>
                  <a:pt x="30213" y="25776"/>
                </a:cubicBezTo>
                <a:cubicBezTo>
                  <a:pt x="9605" y="23618"/>
                  <a:pt x="5623" y="14469"/>
                  <a:pt x="0" y="0"/>
                </a:cubicBezTo>
                <a:close/>
              </a:path>
            </a:pathLst>
          </a:custGeom>
          <a:solidFill>
            <a:srgbClr val="E6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720000" y="20059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subTitle" idx="1"/>
          </p:nvPr>
        </p:nvSpPr>
        <p:spPr>
          <a:xfrm>
            <a:off x="720000" y="2486625"/>
            <a:ext cx="2336400" cy="6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title" idx="2"/>
          </p:nvPr>
        </p:nvSpPr>
        <p:spPr>
          <a:xfrm>
            <a:off x="3403800" y="31966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ubTitle" idx="3"/>
          </p:nvPr>
        </p:nvSpPr>
        <p:spPr>
          <a:xfrm>
            <a:off x="3403800" y="3680075"/>
            <a:ext cx="2336400" cy="6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title" idx="4"/>
          </p:nvPr>
        </p:nvSpPr>
        <p:spPr>
          <a:xfrm>
            <a:off x="6087600" y="200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1" name="Google Shape;161;p22"/>
          <p:cNvSpPr txBox="1">
            <a:spLocks noGrp="1"/>
          </p:cNvSpPr>
          <p:nvPr>
            <p:ph type="subTitle" idx="5"/>
          </p:nvPr>
        </p:nvSpPr>
        <p:spPr>
          <a:xfrm>
            <a:off x="6087600" y="2486625"/>
            <a:ext cx="23364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2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2"/>
          <p:cNvSpPr/>
          <p:nvPr/>
        </p:nvSpPr>
        <p:spPr>
          <a:xfrm rot="10800000">
            <a:off x="6991659" y="-122584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 rot="10800000">
            <a:off x="6900558" y="-1252942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 rot="5400000">
            <a:off x="-2588701" y="-655561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2"/>
          <p:cNvSpPr/>
          <p:nvPr/>
        </p:nvSpPr>
        <p:spPr>
          <a:xfrm rot="5400000">
            <a:off x="-1464316" y="-665634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 rot="5400000">
            <a:off x="-291171" y="-1550681"/>
            <a:ext cx="2333265" cy="3351228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>
            <a:spLocks noGrp="1"/>
          </p:cNvSpPr>
          <p:nvPr>
            <p:ph type="title"/>
          </p:nvPr>
        </p:nvSpPr>
        <p:spPr>
          <a:xfrm>
            <a:off x="119586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1"/>
          </p:nvPr>
        </p:nvSpPr>
        <p:spPr>
          <a:xfrm>
            <a:off x="119586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title" idx="2"/>
          </p:nvPr>
        </p:nvSpPr>
        <p:spPr>
          <a:xfrm>
            <a:off x="508104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3"/>
          </p:nvPr>
        </p:nvSpPr>
        <p:spPr>
          <a:xfrm>
            <a:off x="508104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title" idx="4"/>
          </p:nvPr>
        </p:nvSpPr>
        <p:spPr>
          <a:xfrm>
            <a:off x="119586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5"/>
          </p:nvPr>
        </p:nvSpPr>
        <p:spPr>
          <a:xfrm>
            <a:off x="119586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title" idx="6"/>
          </p:nvPr>
        </p:nvSpPr>
        <p:spPr>
          <a:xfrm>
            <a:off x="508104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7"/>
          </p:nvPr>
        </p:nvSpPr>
        <p:spPr>
          <a:xfrm>
            <a:off x="508104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>
            <a:spLocks noGrp="1"/>
          </p:cNvSpPr>
          <p:nvPr>
            <p:ph type="title"/>
          </p:nvPr>
        </p:nvSpPr>
        <p:spPr>
          <a:xfrm>
            <a:off x="720000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title" idx="2"/>
          </p:nvPr>
        </p:nvSpPr>
        <p:spPr>
          <a:xfrm>
            <a:off x="3419269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title" idx="4"/>
          </p:nvPr>
        </p:nvSpPr>
        <p:spPr>
          <a:xfrm>
            <a:off x="720000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title" idx="6"/>
          </p:nvPr>
        </p:nvSpPr>
        <p:spPr>
          <a:xfrm>
            <a:off x="3419269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6" name="Google Shape;186;p24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4"/>
          <p:cNvSpPr txBox="1">
            <a:spLocks noGrp="1"/>
          </p:cNvSpPr>
          <p:nvPr>
            <p:ph type="title" idx="8"/>
          </p:nvPr>
        </p:nvSpPr>
        <p:spPr>
          <a:xfrm>
            <a:off x="6118545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24"/>
          <p:cNvSpPr txBox="1">
            <a:spLocks noGrp="1"/>
          </p:cNvSpPr>
          <p:nvPr>
            <p:ph type="title" idx="13"/>
          </p:nvPr>
        </p:nvSpPr>
        <p:spPr>
          <a:xfrm>
            <a:off x="6118545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24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>
            <a:spLocks noGrp="1"/>
          </p:cNvSpPr>
          <p:nvPr>
            <p:ph type="title" hasCustomPrompt="1"/>
          </p:nvPr>
        </p:nvSpPr>
        <p:spPr>
          <a:xfrm>
            <a:off x="1284000" y="4227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4" name="Google Shape;194;p25"/>
          <p:cNvSpPr txBox="1">
            <a:spLocks noGrp="1"/>
          </p:cNvSpPr>
          <p:nvPr>
            <p:ph type="subTitle" idx="1"/>
          </p:nvPr>
        </p:nvSpPr>
        <p:spPr>
          <a:xfrm>
            <a:off x="1284000" y="125100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5" name="Google Shape;195;p25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87883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6" name="Google Shape;196;p25"/>
          <p:cNvSpPr txBox="1">
            <a:spLocks noGrp="1"/>
          </p:cNvSpPr>
          <p:nvPr>
            <p:ph type="subTitle" idx="3"/>
          </p:nvPr>
        </p:nvSpPr>
        <p:spPr>
          <a:xfrm>
            <a:off x="1284000" y="270713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3349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8" name="Google Shape;198;p25"/>
          <p:cNvSpPr txBox="1">
            <a:spLocks noGrp="1"/>
          </p:cNvSpPr>
          <p:nvPr>
            <p:ph type="subTitle" idx="5"/>
          </p:nvPr>
        </p:nvSpPr>
        <p:spPr>
          <a:xfrm>
            <a:off x="1284000" y="416328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9" name="Google Shape;199;p25"/>
          <p:cNvSpPr/>
          <p:nvPr/>
        </p:nvSpPr>
        <p:spPr>
          <a:xfrm rot="5400000">
            <a:off x="-524808" y="1494138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5"/>
          <p:cNvSpPr/>
          <p:nvPr/>
        </p:nvSpPr>
        <p:spPr>
          <a:xfrm rot="5400000">
            <a:off x="-5817" y="263978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5"/>
          <p:cNvSpPr/>
          <p:nvPr/>
        </p:nvSpPr>
        <p:spPr>
          <a:xfrm rot="5400000">
            <a:off x="-674076" y="441927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5"/>
          <p:cNvSpPr/>
          <p:nvPr/>
        </p:nvSpPr>
        <p:spPr>
          <a:xfrm rot="-5400000">
            <a:off x="5073598" y="30954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5"/>
          <p:cNvSpPr/>
          <p:nvPr/>
        </p:nvSpPr>
        <p:spPr>
          <a:xfrm rot="-5400000">
            <a:off x="4698222" y="1827745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5"/>
          <p:cNvSpPr/>
          <p:nvPr/>
        </p:nvSpPr>
        <p:spPr>
          <a:xfrm rot="-5400000">
            <a:off x="5697212" y="28267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7" name="Google Shape;207;p26"/>
          <p:cNvSpPr txBox="1">
            <a:spLocks noGrp="1"/>
          </p:cNvSpPr>
          <p:nvPr>
            <p:ph type="subTitle" idx="1"/>
          </p:nvPr>
        </p:nvSpPr>
        <p:spPr>
          <a:xfrm>
            <a:off x="2425075" y="1835350"/>
            <a:ext cx="4293900" cy="109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8" name="Google Shape;208;p26"/>
          <p:cNvSpPr txBox="1"/>
          <p:nvPr/>
        </p:nvSpPr>
        <p:spPr>
          <a:xfrm>
            <a:off x="2425075" y="4211600"/>
            <a:ext cx="4293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209" name="Google Shape;209;p26"/>
          <p:cNvSpPr/>
          <p:nvPr/>
        </p:nvSpPr>
        <p:spPr>
          <a:xfrm rot="5400000" flipH="1">
            <a:off x="-1022808" y="-109009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6"/>
          <p:cNvSpPr/>
          <p:nvPr/>
        </p:nvSpPr>
        <p:spPr>
          <a:xfrm rot="5400000" flipH="1">
            <a:off x="-503817" y="-494318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"/>
          <p:cNvSpPr/>
          <p:nvPr/>
        </p:nvSpPr>
        <p:spPr>
          <a:xfrm rot="5400000" flipH="1">
            <a:off x="-1172076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6"/>
          <p:cNvSpPr/>
          <p:nvPr/>
        </p:nvSpPr>
        <p:spPr>
          <a:xfrm rot="-5400000" flipH="1">
            <a:off x="5805848" y="-1358480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6"/>
          <p:cNvSpPr/>
          <p:nvPr/>
        </p:nvSpPr>
        <p:spPr>
          <a:xfrm rot="-5400000" flipH="1">
            <a:off x="5430472" y="1205888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6"/>
          <p:cNvSpPr/>
          <p:nvPr/>
        </p:nvSpPr>
        <p:spPr>
          <a:xfrm rot="-5400000" flipH="1">
            <a:off x="6429462" y="-349897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6"/>
          <p:cNvSpPr/>
          <p:nvPr/>
        </p:nvSpPr>
        <p:spPr>
          <a:xfrm rot="-5400000" flipH="1">
            <a:off x="6846899" y="739763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6"/>
          <p:cNvSpPr/>
          <p:nvPr/>
        </p:nvSpPr>
        <p:spPr>
          <a:xfrm rot="-5400000" flipH="1">
            <a:off x="7868401" y="178063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6"/>
          <p:cNvSpPr/>
          <p:nvPr/>
        </p:nvSpPr>
        <p:spPr>
          <a:xfrm rot="-5400000" flipH="1">
            <a:off x="8390813" y="356012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6"/>
          <p:cNvSpPr/>
          <p:nvPr/>
        </p:nvSpPr>
        <p:spPr>
          <a:xfrm rot="5400000" flipH="1">
            <a:off x="-1606355" y="20882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6"/>
          <p:cNvSpPr/>
          <p:nvPr/>
        </p:nvSpPr>
        <p:spPr>
          <a:xfrm rot="5400000" flipH="1">
            <a:off x="-2431754" y="18195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/>
          <p:nvPr/>
        </p:nvSpPr>
        <p:spPr>
          <a:xfrm rot="5400000">
            <a:off x="-524808" y="1494138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7"/>
          <p:cNvSpPr/>
          <p:nvPr/>
        </p:nvSpPr>
        <p:spPr>
          <a:xfrm rot="5400000">
            <a:off x="-5817" y="263978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7"/>
          <p:cNvSpPr/>
          <p:nvPr/>
        </p:nvSpPr>
        <p:spPr>
          <a:xfrm rot="5400000">
            <a:off x="-674076" y="441927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/>
          <p:nvPr/>
        </p:nvSpPr>
        <p:spPr>
          <a:xfrm rot="-5400000">
            <a:off x="5073598" y="30954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7"/>
          <p:cNvSpPr/>
          <p:nvPr/>
        </p:nvSpPr>
        <p:spPr>
          <a:xfrm rot="-5400000">
            <a:off x="4698222" y="1827745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/>
          <p:cNvSpPr/>
          <p:nvPr/>
        </p:nvSpPr>
        <p:spPr>
          <a:xfrm rot="-5400000">
            <a:off x="5697212" y="28267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 flipH="1">
            <a:off x="6761925" y="-156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8"/>
          <p:cNvSpPr/>
          <p:nvPr/>
        </p:nvSpPr>
        <p:spPr>
          <a:xfrm rot="10800000">
            <a:off x="6946525" y="-75457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8"/>
          <p:cNvSpPr/>
          <p:nvPr/>
        </p:nvSpPr>
        <p:spPr>
          <a:xfrm rot="10800000" flipH="1">
            <a:off x="-610111" y="-420997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8"/>
          <p:cNvSpPr/>
          <p:nvPr/>
        </p:nvSpPr>
        <p:spPr>
          <a:xfrm rot="10800000" flipH="1">
            <a:off x="-562185" y="-205384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8"/>
          <p:cNvSpPr/>
          <p:nvPr/>
        </p:nvSpPr>
        <p:spPr>
          <a:xfrm rot="10800000" flipH="1">
            <a:off x="-562185" y="-393259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9"/>
          <p:cNvSpPr/>
          <p:nvPr/>
        </p:nvSpPr>
        <p:spPr>
          <a:xfrm rot="10800000" flipH="1">
            <a:off x="659175" y="-328750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9"/>
          <p:cNvSpPr/>
          <p:nvPr/>
        </p:nvSpPr>
        <p:spPr>
          <a:xfrm rot="10800000" flipH="1">
            <a:off x="-154025" y="-1579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9"/>
          <p:cNvSpPr/>
          <p:nvPr/>
        </p:nvSpPr>
        <p:spPr>
          <a:xfrm rot="10800000" flipH="1">
            <a:off x="-110700" y="-13290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9"/>
          <p:cNvSpPr/>
          <p:nvPr/>
        </p:nvSpPr>
        <p:spPr>
          <a:xfrm rot="10800000">
            <a:off x="6425950" y="2109538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9"/>
          <p:cNvSpPr/>
          <p:nvPr/>
        </p:nvSpPr>
        <p:spPr>
          <a:xfrm rot="10800000">
            <a:off x="6267900" y="3462388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9"/>
          <p:cNvSpPr/>
          <p:nvPr/>
        </p:nvSpPr>
        <p:spPr>
          <a:xfrm rot="10800000">
            <a:off x="7368975" y="4533838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>
            <a:spLocks noGrp="1"/>
          </p:cNvSpPr>
          <p:nvPr>
            <p:ph type="sldNum" idx="12"/>
          </p:nvPr>
        </p:nvSpPr>
        <p:spPr>
          <a:xfrm rot="10800000" flipH="1">
            <a:off x="8404384" y="-348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659175" y="3948438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0"/>
          <p:cNvSpPr/>
          <p:nvPr/>
        </p:nvSpPr>
        <p:spPr>
          <a:xfrm>
            <a:off x="-154025" y="2625688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0"/>
          <p:cNvSpPr/>
          <p:nvPr/>
        </p:nvSpPr>
        <p:spPr>
          <a:xfrm>
            <a:off x="-110700" y="3051988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0"/>
          <p:cNvSpPr/>
          <p:nvPr/>
        </p:nvSpPr>
        <p:spPr>
          <a:xfrm flipH="1">
            <a:off x="6425950" y="-328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0"/>
          <p:cNvSpPr/>
          <p:nvPr/>
        </p:nvSpPr>
        <p:spPr>
          <a:xfrm flipH="1">
            <a:off x="6267900" y="-205150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0"/>
          <p:cNvSpPr/>
          <p:nvPr/>
        </p:nvSpPr>
        <p:spPr>
          <a:xfrm flipH="1">
            <a:off x="7368975" y="-205150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ctrTitle"/>
          </p:nvPr>
        </p:nvSpPr>
        <p:spPr>
          <a:xfrm>
            <a:off x="2045575" y="1077625"/>
            <a:ext cx="5052900" cy="23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>
                <a:solidFill>
                  <a:srgbClr val="191919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1"/>
          </p:nvPr>
        </p:nvSpPr>
        <p:spPr>
          <a:xfrm>
            <a:off x="2392525" y="35256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191919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2"/>
          <p:cNvSpPr/>
          <p:nvPr/>
        </p:nvSpPr>
        <p:spPr>
          <a:xfrm>
            <a:off x="3771760" y="-424457"/>
            <a:ext cx="5070489" cy="1544172"/>
          </a:xfrm>
          <a:custGeom>
            <a:avLst/>
            <a:gdLst/>
            <a:ahLst/>
            <a:cxnLst/>
            <a:rect l="l" t="t" r="r" b="b"/>
            <a:pathLst>
              <a:path w="183348" h="55837" extrusionOk="0">
                <a:moveTo>
                  <a:pt x="1" y="31"/>
                </a:moveTo>
                <a:cubicBezTo>
                  <a:pt x="1004" y="1064"/>
                  <a:pt x="2159" y="1976"/>
                  <a:pt x="3375" y="2736"/>
                </a:cubicBezTo>
                <a:cubicBezTo>
                  <a:pt x="11125" y="7630"/>
                  <a:pt x="32402" y="3435"/>
                  <a:pt x="45625" y="15320"/>
                </a:cubicBezTo>
                <a:cubicBezTo>
                  <a:pt x="49606" y="18876"/>
                  <a:pt x="52737" y="23314"/>
                  <a:pt x="55838" y="27660"/>
                </a:cubicBezTo>
                <a:cubicBezTo>
                  <a:pt x="58938" y="32037"/>
                  <a:pt x="62251" y="36353"/>
                  <a:pt x="66567" y="39545"/>
                </a:cubicBezTo>
                <a:cubicBezTo>
                  <a:pt x="82707" y="51399"/>
                  <a:pt x="99182" y="39363"/>
                  <a:pt x="114805" y="33648"/>
                </a:cubicBezTo>
                <a:cubicBezTo>
                  <a:pt x="123742" y="30426"/>
                  <a:pt x="132891" y="30821"/>
                  <a:pt x="141766" y="34773"/>
                </a:cubicBezTo>
                <a:cubicBezTo>
                  <a:pt x="149669" y="38299"/>
                  <a:pt x="163803" y="55837"/>
                  <a:pt x="183013" y="45958"/>
                </a:cubicBezTo>
                <a:lnTo>
                  <a:pt x="183348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53747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-130074" y="-586499"/>
            <a:ext cx="3046337" cy="3596892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6284300" y="1801460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2"/>
          <p:cNvSpPr/>
          <p:nvPr/>
        </p:nvSpPr>
        <p:spPr>
          <a:xfrm>
            <a:off x="4587299" y="3535257"/>
            <a:ext cx="5474833" cy="1824096"/>
          </a:xfrm>
          <a:custGeom>
            <a:avLst/>
            <a:gdLst/>
            <a:ahLst/>
            <a:cxnLst/>
            <a:rect l="l" t="t" r="r" b="b"/>
            <a:pathLst>
              <a:path w="197969" h="65959" extrusionOk="0">
                <a:moveTo>
                  <a:pt x="197968" y="7508"/>
                </a:moveTo>
                <a:cubicBezTo>
                  <a:pt x="197208" y="7083"/>
                  <a:pt x="196388" y="6657"/>
                  <a:pt x="195597" y="6292"/>
                </a:cubicBezTo>
                <a:cubicBezTo>
                  <a:pt x="182466" y="61"/>
                  <a:pt x="166539" y="0"/>
                  <a:pt x="153378" y="6231"/>
                </a:cubicBezTo>
                <a:cubicBezTo>
                  <a:pt x="137268" y="13891"/>
                  <a:pt x="124897" y="25381"/>
                  <a:pt x="105504" y="27843"/>
                </a:cubicBezTo>
                <a:cubicBezTo>
                  <a:pt x="85139" y="30426"/>
                  <a:pt x="65686" y="20517"/>
                  <a:pt x="46385" y="27600"/>
                </a:cubicBezTo>
                <a:cubicBezTo>
                  <a:pt x="34652" y="31885"/>
                  <a:pt x="27722" y="43709"/>
                  <a:pt x="19029" y="52676"/>
                </a:cubicBezTo>
                <a:cubicBezTo>
                  <a:pt x="13527" y="58360"/>
                  <a:pt x="7022" y="62767"/>
                  <a:pt x="1" y="65959"/>
                </a:cubicBezTo>
                <a:lnTo>
                  <a:pt x="197968" y="6595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7535080" y="2295937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-257186" y="2619003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-209260" y="3466325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2"/>
          <p:cNvSpPr/>
          <p:nvPr/>
        </p:nvSpPr>
        <p:spPr>
          <a:xfrm>
            <a:off x="-20926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2"/>
          <p:cNvSpPr/>
          <p:nvPr/>
        </p:nvSpPr>
        <p:spPr>
          <a:xfrm>
            <a:off x="-323549" y="-514273"/>
            <a:ext cx="3221171" cy="1963643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>
            <a:spLocks noGrp="1"/>
          </p:cNvSpPr>
          <p:nvPr>
            <p:ph type="title"/>
          </p:nvPr>
        </p:nvSpPr>
        <p:spPr>
          <a:xfrm>
            <a:off x="720000" y="2344400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502600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9" name="Google Shape;269;p33"/>
          <p:cNvSpPr/>
          <p:nvPr/>
        </p:nvSpPr>
        <p:spPr>
          <a:xfrm rot="-5400000">
            <a:off x="5038149" y="-109009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3"/>
          <p:cNvSpPr/>
          <p:nvPr/>
        </p:nvSpPr>
        <p:spPr>
          <a:xfrm rot="-5400000">
            <a:off x="6050126" y="-494318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"/>
          <p:cNvSpPr/>
          <p:nvPr/>
        </p:nvSpPr>
        <p:spPr>
          <a:xfrm rot="-5400000">
            <a:off x="7829613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3"/>
          <p:cNvSpPr/>
          <p:nvPr/>
        </p:nvSpPr>
        <p:spPr>
          <a:xfrm rot="5400000">
            <a:off x="263245" y="-1358480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3"/>
          <p:cNvSpPr/>
          <p:nvPr/>
        </p:nvSpPr>
        <p:spPr>
          <a:xfrm rot="5400000">
            <a:off x="-2117939" y="1205889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3"/>
          <p:cNvSpPr/>
          <p:nvPr/>
        </p:nvSpPr>
        <p:spPr>
          <a:xfrm rot="5400000">
            <a:off x="-562154" y="-349897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34"/>
          <p:cNvSpPr/>
          <p:nvPr/>
        </p:nvSpPr>
        <p:spPr>
          <a:xfrm flipH="1">
            <a:off x="-2459185" y="-440035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4"/>
          <p:cNvSpPr/>
          <p:nvPr/>
        </p:nvSpPr>
        <p:spPr>
          <a:xfrm flipH="1">
            <a:off x="738295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/>
          <p:nvPr/>
        </p:nvSpPr>
        <p:spPr>
          <a:xfrm>
            <a:off x="53747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subTitle" idx="1"/>
          </p:nvPr>
        </p:nvSpPr>
        <p:spPr>
          <a:xfrm>
            <a:off x="1290763" y="25749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3" name="Google Shape;283;p35"/>
          <p:cNvSpPr txBox="1">
            <a:spLocks noGrp="1"/>
          </p:cNvSpPr>
          <p:nvPr>
            <p:ph type="subTitle" idx="2"/>
          </p:nvPr>
        </p:nvSpPr>
        <p:spPr>
          <a:xfrm>
            <a:off x="4945638" y="25749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4" name="Google Shape;284;p35"/>
          <p:cNvSpPr txBox="1">
            <a:spLocks noGrp="1"/>
          </p:cNvSpPr>
          <p:nvPr>
            <p:ph type="subTitle" idx="3"/>
          </p:nvPr>
        </p:nvSpPr>
        <p:spPr>
          <a:xfrm>
            <a:off x="1290763" y="3188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35"/>
          <p:cNvSpPr txBox="1">
            <a:spLocks noGrp="1"/>
          </p:cNvSpPr>
          <p:nvPr>
            <p:ph type="subTitle" idx="4"/>
          </p:nvPr>
        </p:nvSpPr>
        <p:spPr>
          <a:xfrm>
            <a:off x="4945638" y="31889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35"/>
          <p:cNvSpPr/>
          <p:nvPr/>
        </p:nvSpPr>
        <p:spPr>
          <a:xfrm>
            <a:off x="5156207" y="-733135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35"/>
          <p:cNvSpPr/>
          <p:nvPr/>
        </p:nvSpPr>
        <p:spPr>
          <a:xfrm>
            <a:off x="-242112" y="32069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-209260" y="3466325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6"/>
          <p:cNvSpPr/>
          <p:nvPr/>
        </p:nvSpPr>
        <p:spPr>
          <a:xfrm flipH="1">
            <a:off x="6531075" y="3775775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6"/>
          <p:cNvSpPr/>
          <p:nvPr/>
        </p:nvSpPr>
        <p:spPr>
          <a:xfrm rot="10800000" flipH="1">
            <a:off x="-126075" y="-8722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6"/>
          <p:cNvSpPr/>
          <p:nvPr/>
        </p:nvSpPr>
        <p:spPr>
          <a:xfrm rot="10800000" flipH="1">
            <a:off x="-858150" y="-22562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1">
  <p:cSld name="TITLE_ONLY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6053282" y="-40261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7"/>
          <p:cNvSpPr/>
          <p:nvPr/>
        </p:nvSpPr>
        <p:spPr>
          <a:xfrm rot="10800000">
            <a:off x="7074850" y="-6262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2">
  <p:cSld name="TITLE_ONLY_1_1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8"/>
          <p:cNvSpPr/>
          <p:nvPr/>
        </p:nvSpPr>
        <p:spPr>
          <a:xfrm rot="10800000">
            <a:off x="-1899393" y="4014540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8"/>
          <p:cNvSpPr/>
          <p:nvPr/>
        </p:nvSpPr>
        <p:spPr>
          <a:xfrm rot="-5400000">
            <a:off x="7829613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Tittle Only 3">
  <p:cSld name="TITLE_ONLY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9"/>
          <p:cNvSpPr/>
          <p:nvPr/>
        </p:nvSpPr>
        <p:spPr>
          <a:xfrm>
            <a:off x="6284300" y="1801460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9"/>
          <p:cNvSpPr/>
          <p:nvPr/>
        </p:nvSpPr>
        <p:spPr>
          <a:xfrm>
            <a:off x="7535080" y="2295937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9"/>
          <p:cNvSpPr/>
          <p:nvPr/>
        </p:nvSpPr>
        <p:spPr>
          <a:xfrm>
            <a:off x="-257186" y="2619003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9"/>
          <p:cNvSpPr/>
          <p:nvPr/>
        </p:nvSpPr>
        <p:spPr>
          <a:xfrm>
            <a:off x="-209260" y="3090576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6" name="Google Shape;316;p42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360500" cy="8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21" name="Google Shape;321;p44"/>
          <p:cNvSpPr txBox="1">
            <a:spLocks noGrp="1"/>
          </p:cNvSpPr>
          <p:nvPr>
            <p:ph type="subTitle" idx="1"/>
          </p:nvPr>
        </p:nvSpPr>
        <p:spPr>
          <a:xfrm>
            <a:off x="2324600" y="3069625"/>
            <a:ext cx="44949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2" name="Google Shape;322;p44"/>
          <p:cNvSpPr/>
          <p:nvPr/>
        </p:nvSpPr>
        <p:spPr>
          <a:xfrm rot="10800000">
            <a:off x="970125" y="3758566"/>
            <a:ext cx="5070489" cy="1544172"/>
          </a:xfrm>
          <a:custGeom>
            <a:avLst/>
            <a:gdLst/>
            <a:ahLst/>
            <a:cxnLst/>
            <a:rect l="l" t="t" r="r" b="b"/>
            <a:pathLst>
              <a:path w="183348" h="55837" extrusionOk="0">
                <a:moveTo>
                  <a:pt x="1" y="31"/>
                </a:moveTo>
                <a:cubicBezTo>
                  <a:pt x="1004" y="1064"/>
                  <a:pt x="2159" y="1976"/>
                  <a:pt x="3375" y="2736"/>
                </a:cubicBezTo>
                <a:cubicBezTo>
                  <a:pt x="11125" y="7630"/>
                  <a:pt x="32402" y="3435"/>
                  <a:pt x="45625" y="15320"/>
                </a:cubicBezTo>
                <a:cubicBezTo>
                  <a:pt x="49606" y="18876"/>
                  <a:pt x="52737" y="23314"/>
                  <a:pt x="55838" y="27660"/>
                </a:cubicBezTo>
                <a:cubicBezTo>
                  <a:pt x="58938" y="32037"/>
                  <a:pt x="62251" y="36353"/>
                  <a:pt x="66567" y="39545"/>
                </a:cubicBezTo>
                <a:cubicBezTo>
                  <a:pt x="82707" y="51399"/>
                  <a:pt x="99182" y="39363"/>
                  <a:pt x="114805" y="33648"/>
                </a:cubicBezTo>
                <a:cubicBezTo>
                  <a:pt x="123742" y="30426"/>
                  <a:pt x="132891" y="30821"/>
                  <a:pt x="141766" y="34773"/>
                </a:cubicBezTo>
                <a:cubicBezTo>
                  <a:pt x="149669" y="38299"/>
                  <a:pt x="163803" y="55837"/>
                  <a:pt x="183013" y="45958"/>
                </a:cubicBezTo>
                <a:lnTo>
                  <a:pt x="183348" y="0"/>
                </a:lnTo>
                <a:lnTo>
                  <a:pt x="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4"/>
          <p:cNvSpPr/>
          <p:nvPr/>
        </p:nvSpPr>
        <p:spPr>
          <a:xfrm rot="10800000">
            <a:off x="-114228" y="3457624"/>
            <a:ext cx="4551819" cy="1823266"/>
          </a:xfrm>
          <a:custGeom>
            <a:avLst/>
            <a:gdLst/>
            <a:ahLst/>
            <a:cxnLst/>
            <a:rect l="l" t="t" r="r" b="b"/>
            <a:pathLst>
              <a:path w="164593" h="65929" extrusionOk="0">
                <a:moveTo>
                  <a:pt x="0" y="1"/>
                </a:moveTo>
                <a:cubicBezTo>
                  <a:pt x="1216" y="4074"/>
                  <a:pt x="6353" y="12736"/>
                  <a:pt x="13374" y="15593"/>
                </a:cubicBezTo>
                <a:cubicBezTo>
                  <a:pt x="21855" y="18998"/>
                  <a:pt x="40427" y="17964"/>
                  <a:pt x="53649" y="29819"/>
                </a:cubicBezTo>
                <a:cubicBezTo>
                  <a:pt x="57630" y="33405"/>
                  <a:pt x="60761" y="37843"/>
                  <a:pt x="63862" y="42190"/>
                </a:cubicBezTo>
                <a:cubicBezTo>
                  <a:pt x="66992" y="46536"/>
                  <a:pt x="70275" y="50883"/>
                  <a:pt x="74591" y="54074"/>
                </a:cubicBezTo>
                <a:cubicBezTo>
                  <a:pt x="90731" y="65929"/>
                  <a:pt x="107206" y="53892"/>
                  <a:pt x="122829" y="48178"/>
                </a:cubicBezTo>
                <a:cubicBezTo>
                  <a:pt x="131766" y="44956"/>
                  <a:pt x="140915" y="44257"/>
                  <a:pt x="149790" y="48208"/>
                </a:cubicBezTo>
                <a:cubicBezTo>
                  <a:pt x="157663" y="51764"/>
                  <a:pt x="160611" y="57843"/>
                  <a:pt x="163803" y="65199"/>
                </a:cubicBezTo>
                <a:lnTo>
                  <a:pt x="164593" y="71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44"/>
          <p:cNvSpPr/>
          <p:nvPr/>
        </p:nvSpPr>
        <p:spPr>
          <a:xfrm rot="10800000">
            <a:off x="6896111" y="1867888"/>
            <a:ext cx="3046337" cy="3596892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44"/>
          <p:cNvSpPr/>
          <p:nvPr/>
        </p:nvSpPr>
        <p:spPr>
          <a:xfrm rot="10800000">
            <a:off x="-323549" y="-586499"/>
            <a:ext cx="3851622" cy="366332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44"/>
          <p:cNvSpPr/>
          <p:nvPr/>
        </p:nvSpPr>
        <p:spPr>
          <a:xfrm rot="10800000">
            <a:off x="-249758" y="-481073"/>
            <a:ext cx="5474833" cy="1824096"/>
          </a:xfrm>
          <a:custGeom>
            <a:avLst/>
            <a:gdLst/>
            <a:ahLst/>
            <a:cxnLst/>
            <a:rect l="l" t="t" r="r" b="b"/>
            <a:pathLst>
              <a:path w="197969" h="65959" extrusionOk="0">
                <a:moveTo>
                  <a:pt x="197968" y="7508"/>
                </a:moveTo>
                <a:cubicBezTo>
                  <a:pt x="197208" y="7083"/>
                  <a:pt x="196388" y="6657"/>
                  <a:pt x="195597" y="6292"/>
                </a:cubicBezTo>
                <a:cubicBezTo>
                  <a:pt x="182466" y="61"/>
                  <a:pt x="166539" y="0"/>
                  <a:pt x="153378" y="6231"/>
                </a:cubicBezTo>
                <a:cubicBezTo>
                  <a:pt x="137268" y="13891"/>
                  <a:pt x="124897" y="25381"/>
                  <a:pt x="105504" y="27843"/>
                </a:cubicBezTo>
                <a:cubicBezTo>
                  <a:pt x="85139" y="30426"/>
                  <a:pt x="65686" y="20517"/>
                  <a:pt x="46385" y="27600"/>
                </a:cubicBezTo>
                <a:cubicBezTo>
                  <a:pt x="34652" y="31885"/>
                  <a:pt x="27722" y="43709"/>
                  <a:pt x="19029" y="52676"/>
                </a:cubicBezTo>
                <a:cubicBezTo>
                  <a:pt x="13527" y="58360"/>
                  <a:pt x="7022" y="62767"/>
                  <a:pt x="1" y="65959"/>
                </a:cubicBezTo>
                <a:lnTo>
                  <a:pt x="197968" y="65959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44"/>
          <p:cNvSpPr/>
          <p:nvPr/>
        </p:nvSpPr>
        <p:spPr>
          <a:xfrm rot="10800000">
            <a:off x="-323549" y="-459789"/>
            <a:ext cx="2600842" cy="3042133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44"/>
          <p:cNvSpPr/>
          <p:nvPr/>
        </p:nvSpPr>
        <p:spPr>
          <a:xfrm rot="10800000">
            <a:off x="7662081" y="-577738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44"/>
          <p:cNvSpPr/>
          <p:nvPr/>
        </p:nvSpPr>
        <p:spPr>
          <a:xfrm rot="10800000">
            <a:off x="5753914" y="-550000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44"/>
          <p:cNvSpPr/>
          <p:nvPr/>
        </p:nvSpPr>
        <p:spPr>
          <a:xfrm rot="10800000">
            <a:off x="7477982" y="-550000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44"/>
          <p:cNvSpPr/>
          <p:nvPr/>
        </p:nvSpPr>
        <p:spPr>
          <a:xfrm rot="10800000">
            <a:off x="6914751" y="3428910"/>
            <a:ext cx="3221171" cy="1963643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6"/>
          <p:cNvSpPr txBox="1">
            <a:spLocks noGrp="1"/>
          </p:cNvSpPr>
          <p:nvPr>
            <p:ph type="title"/>
          </p:nvPr>
        </p:nvSpPr>
        <p:spPr>
          <a:xfrm>
            <a:off x="720000" y="18748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5" name="Google Shape;335;p46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6" name="Google Shape;336;p46"/>
          <p:cNvSpPr txBox="1">
            <a:spLocks noGrp="1"/>
          </p:cNvSpPr>
          <p:nvPr>
            <p:ph type="subTitle" idx="1"/>
          </p:nvPr>
        </p:nvSpPr>
        <p:spPr>
          <a:xfrm>
            <a:off x="720000" y="2325813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46"/>
          <p:cNvSpPr txBox="1">
            <a:spLocks noGrp="1"/>
          </p:cNvSpPr>
          <p:nvPr>
            <p:ph type="title" idx="3"/>
          </p:nvPr>
        </p:nvSpPr>
        <p:spPr>
          <a:xfrm>
            <a:off x="3327300" y="1874875"/>
            <a:ext cx="259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8" name="Google Shape;338;p46"/>
          <p:cNvSpPr txBox="1">
            <a:spLocks noGrp="1"/>
          </p:cNvSpPr>
          <p:nvPr>
            <p:ph type="title" idx="4" hasCustomPrompt="1"/>
          </p:nvPr>
        </p:nvSpPr>
        <p:spPr>
          <a:xfrm>
            <a:off x="33273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9" name="Google Shape;339;p46"/>
          <p:cNvSpPr txBox="1">
            <a:spLocks noGrp="1"/>
          </p:cNvSpPr>
          <p:nvPr>
            <p:ph type="subTitle" idx="5"/>
          </p:nvPr>
        </p:nvSpPr>
        <p:spPr>
          <a:xfrm>
            <a:off x="3327300" y="2329300"/>
            <a:ext cx="259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46"/>
          <p:cNvSpPr txBox="1">
            <a:spLocks noGrp="1"/>
          </p:cNvSpPr>
          <p:nvPr>
            <p:ph type="title" idx="6"/>
          </p:nvPr>
        </p:nvSpPr>
        <p:spPr>
          <a:xfrm>
            <a:off x="6087600" y="18748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1" name="Google Shape;341;p46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3305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2" name="Google Shape;342;p46"/>
          <p:cNvSpPr txBox="1">
            <a:spLocks noGrp="1"/>
          </p:cNvSpPr>
          <p:nvPr>
            <p:ph type="subTitle" idx="8"/>
          </p:nvPr>
        </p:nvSpPr>
        <p:spPr>
          <a:xfrm>
            <a:off x="6087600" y="23293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46"/>
          <p:cNvSpPr txBox="1">
            <a:spLocks noGrp="1"/>
          </p:cNvSpPr>
          <p:nvPr>
            <p:ph type="title" idx="9"/>
          </p:nvPr>
        </p:nvSpPr>
        <p:spPr>
          <a:xfrm>
            <a:off x="720000" y="36642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4" name="Google Shape;344;p46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1199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5" name="Google Shape;345;p46"/>
          <p:cNvSpPr txBox="1">
            <a:spLocks noGrp="1"/>
          </p:cNvSpPr>
          <p:nvPr>
            <p:ph type="subTitle" idx="14"/>
          </p:nvPr>
        </p:nvSpPr>
        <p:spPr>
          <a:xfrm>
            <a:off x="720000" y="41187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46"/>
          <p:cNvSpPr txBox="1">
            <a:spLocks noGrp="1"/>
          </p:cNvSpPr>
          <p:nvPr>
            <p:ph type="title" idx="15"/>
          </p:nvPr>
        </p:nvSpPr>
        <p:spPr>
          <a:xfrm>
            <a:off x="3327300" y="3664275"/>
            <a:ext cx="259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7" name="Google Shape;347;p46"/>
          <p:cNvSpPr txBox="1">
            <a:spLocks noGrp="1"/>
          </p:cNvSpPr>
          <p:nvPr>
            <p:ph type="title" idx="16" hasCustomPrompt="1"/>
          </p:nvPr>
        </p:nvSpPr>
        <p:spPr>
          <a:xfrm>
            <a:off x="3327300" y="311997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48" name="Google Shape;348;p46"/>
          <p:cNvSpPr txBox="1">
            <a:spLocks noGrp="1"/>
          </p:cNvSpPr>
          <p:nvPr>
            <p:ph type="subTitle" idx="17"/>
          </p:nvPr>
        </p:nvSpPr>
        <p:spPr>
          <a:xfrm>
            <a:off x="3327300" y="4118700"/>
            <a:ext cx="259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46"/>
          <p:cNvSpPr txBox="1">
            <a:spLocks noGrp="1"/>
          </p:cNvSpPr>
          <p:nvPr>
            <p:ph type="title" idx="18"/>
          </p:nvPr>
        </p:nvSpPr>
        <p:spPr>
          <a:xfrm>
            <a:off x="6087600" y="3664275"/>
            <a:ext cx="2444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0" name="Google Shape;350;p46"/>
          <p:cNvSpPr txBox="1">
            <a:spLocks noGrp="1"/>
          </p:cNvSpPr>
          <p:nvPr>
            <p:ph type="title" idx="19" hasCustomPrompt="1"/>
          </p:nvPr>
        </p:nvSpPr>
        <p:spPr>
          <a:xfrm>
            <a:off x="6087600" y="3119975"/>
            <a:ext cx="13341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46"/>
          <p:cNvSpPr txBox="1">
            <a:spLocks noGrp="1"/>
          </p:cNvSpPr>
          <p:nvPr>
            <p:ph type="subTitle" idx="20"/>
          </p:nvPr>
        </p:nvSpPr>
        <p:spPr>
          <a:xfrm>
            <a:off x="6087600" y="4118700"/>
            <a:ext cx="2444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46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6"/>
          <p:cNvSpPr/>
          <p:nvPr/>
        </p:nvSpPr>
        <p:spPr>
          <a:xfrm flipH="1">
            <a:off x="6449100" y="-437475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46"/>
          <p:cNvSpPr/>
          <p:nvPr/>
        </p:nvSpPr>
        <p:spPr>
          <a:xfrm rot="10800000">
            <a:off x="7074850" y="-62625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7"/>
          <p:cNvSpPr txBox="1">
            <a:spLocks noGrp="1"/>
          </p:cNvSpPr>
          <p:nvPr>
            <p:ph type="title"/>
          </p:nvPr>
        </p:nvSpPr>
        <p:spPr>
          <a:xfrm>
            <a:off x="2290025" y="318528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7" name="Google Shape;357;p47"/>
          <p:cNvSpPr txBox="1">
            <a:spLocks noGrp="1"/>
          </p:cNvSpPr>
          <p:nvPr>
            <p:ph type="subTitle" idx="1"/>
          </p:nvPr>
        </p:nvSpPr>
        <p:spPr>
          <a:xfrm>
            <a:off x="1708625" y="1426325"/>
            <a:ext cx="5726700" cy="16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58" name="Google Shape;358;p47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9" name="Google Shape;359;p47"/>
          <p:cNvSpPr/>
          <p:nvPr/>
        </p:nvSpPr>
        <p:spPr>
          <a:xfrm rot="10800000" flipH="1">
            <a:off x="659175" y="-328750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7"/>
          <p:cNvSpPr/>
          <p:nvPr/>
        </p:nvSpPr>
        <p:spPr>
          <a:xfrm rot="10800000" flipH="1">
            <a:off x="-154025" y="-1579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47"/>
          <p:cNvSpPr/>
          <p:nvPr/>
        </p:nvSpPr>
        <p:spPr>
          <a:xfrm rot="10800000" flipH="1">
            <a:off x="-110700" y="-13290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47"/>
          <p:cNvSpPr/>
          <p:nvPr/>
        </p:nvSpPr>
        <p:spPr>
          <a:xfrm rot="10800000">
            <a:off x="6425950" y="2109538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47"/>
          <p:cNvSpPr/>
          <p:nvPr/>
        </p:nvSpPr>
        <p:spPr>
          <a:xfrm rot="10800000">
            <a:off x="6267900" y="3462388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7"/>
          <p:cNvSpPr/>
          <p:nvPr/>
        </p:nvSpPr>
        <p:spPr>
          <a:xfrm rot="10800000">
            <a:off x="7368975" y="4533838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>
            <a:spLocks noGrp="1"/>
          </p:cNvSpPr>
          <p:nvPr>
            <p:ph type="subTitle" idx="1"/>
          </p:nvPr>
        </p:nvSpPr>
        <p:spPr>
          <a:xfrm>
            <a:off x="2525675" y="3178675"/>
            <a:ext cx="4092600" cy="15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48"/>
          <p:cNvSpPr txBox="1">
            <a:spLocks noGrp="1"/>
          </p:cNvSpPr>
          <p:nvPr>
            <p:ph type="title"/>
          </p:nvPr>
        </p:nvSpPr>
        <p:spPr>
          <a:xfrm>
            <a:off x="2525700" y="2741600"/>
            <a:ext cx="4092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8"/>
          <p:cNvSpPr/>
          <p:nvPr/>
        </p:nvSpPr>
        <p:spPr>
          <a:xfrm flipH="1">
            <a:off x="6761925" y="-156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48"/>
          <p:cNvSpPr/>
          <p:nvPr/>
        </p:nvSpPr>
        <p:spPr>
          <a:xfrm rot="10800000">
            <a:off x="6946525" y="-75457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8"/>
          <p:cNvSpPr/>
          <p:nvPr/>
        </p:nvSpPr>
        <p:spPr>
          <a:xfrm rot="10800000" flipH="1">
            <a:off x="-610111" y="-420997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48"/>
          <p:cNvSpPr/>
          <p:nvPr/>
        </p:nvSpPr>
        <p:spPr>
          <a:xfrm rot="10800000" flipH="1">
            <a:off x="-562185" y="-205384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48"/>
          <p:cNvSpPr/>
          <p:nvPr/>
        </p:nvSpPr>
        <p:spPr>
          <a:xfrm rot="10800000" flipH="1">
            <a:off x="-562185" y="-393259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9"/>
          <p:cNvSpPr txBox="1">
            <a:spLocks noGrp="1"/>
          </p:cNvSpPr>
          <p:nvPr>
            <p:ph type="subTitle" idx="1"/>
          </p:nvPr>
        </p:nvSpPr>
        <p:spPr>
          <a:xfrm>
            <a:off x="813150" y="2327525"/>
            <a:ext cx="3556800" cy="15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49"/>
          <p:cNvSpPr txBox="1">
            <a:spLocks noGrp="1"/>
          </p:cNvSpPr>
          <p:nvPr>
            <p:ph type="title"/>
          </p:nvPr>
        </p:nvSpPr>
        <p:spPr>
          <a:xfrm>
            <a:off x="813150" y="1567975"/>
            <a:ext cx="4552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9"/>
          <p:cNvSpPr/>
          <p:nvPr/>
        </p:nvSpPr>
        <p:spPr>
          <a:xfrm>
            <a:off x="-917811" y="3189990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49"/>
          <p:cNvSpPr/>
          <p:nvPr/>
        </p:nvSpPr>
        <p:spPr>
          <a:xfrm>
            <a:off x="-869885" y="3849437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49"/>
          <p:cNvSpPr/>
          <p:nvPr/>
        </p:nvSpPr>
        <p:spPr>
          <a:xfrm>
            <a:off x="-869885" y="3661564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0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1" name="Google Shape;381;p50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2" name="Google Shape;382;p50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50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1"/>
          <p:cNvSpPr txBox="1">
            <a:spLocks noGrp="1"/>
          </p:cNvSpPr>
          <p:nvPr>
            <p:ph type="title"/>
          </p:nvPr>
        </p:nvSpPr>
        <p:spPr>
          <a:xfrm>
            <a:off x="7200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7" name="Google Shape;387;p51"/>
          <p:cNvSpPr txBox="1">
            <a:spLocks noGrp="1"/>
          </p:cNvSpPr>
          <p:nvPr>
            <p:ph type="subTitle" idx="1"/>
          </p:nvPr>
        </p:nvSpPr>
        <p:spPr>
          <a:xfrm>
            <a:off x="8172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51"/>
          <p:cNvSpPr txBox="1">
            <a:spLocks noGrp="1"/>
          </p:cNvSpPr>
          <p:nvPr>
            <p:ph type="title" idx="2"/>
          </p:nvPr>
        </p:nvSpPr>
        <p:spPr>
          <a:xfrm>
            <a:off x="34038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9" name="Google Shape;389;p51"/>
          <p:cNvSpPr txBox="1">
            <a:spLocks noGrp="1"/>
          </p:cNvSpPr>
          <p:nvPr>
            <p:ph type="subTitle" idx="3"/>
          </p:nvPr>
        </p:nvSpPr>
        <p:spPr>
          <a:xfrm>
            <a:off x="35010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1"/>
          <p:cNvSpPr txBox="1">
            <a:spLocks noGrp="1"/>
          </p:cNvSpPr>
          <p:nvPr>
            <p:ph type="title" idx="4"/>
          </p:nvPr>
        </p:nvSpPr>
        <p:spPr>
          <a:xfrm>
            <a:off x="6087600" y="292628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rgbClr val="191919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1" name="Google Shape;391;p51"/>
          <p:cNvSpPr txBox="1">
            <a:spLocks noGrp="1"/>
          </p:cNvSpPr>
          <p:nvPr>
            <p:ph type="subTitle" idx="5"/>
          </p:nvPr>
        </p:nvSpPr>
        <p:spPr>
          <a:xfrm>
            <a:off x="6184800" y="3378000"/>
            <a:ext cx="2142000" cy="70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191919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51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rgbClr val="46A9E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51"/>
          <p:cNvSpPr/>
          <p:nvPr/>
        </p:nvSpPr>
        <p:spPr>
          <a:xfrm rot="10800000">
            <a:off x="-219050" y="-149750"/>
            <a:ext cx="3481850" cy="3311625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rgbClr val="9ED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51"/>
          <p:cNvSpPr/>
          <p:nvPr/>
        </p:nvSpPr>
        <p:spPr>
          <a:xfrm rot="10800000">
            <a:off x="-219050" y="-51025"/>
            <a:ext cx="2351150" cy="2750075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51"/>
          <p:cNvSpPr/>
          <p:nvPr/>
        </p:nvSpPr>
        <p:spPr>
          <a:xfrm rot="10800000">
            <a:off x="-219050" y="-43625"/>
            <a:ext cx="1530450" cy="942275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rgbClr val="E6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51"/>
          <p:cNvSpPr/>
          <p:nvPr/>
        </p:nvSpPr>
        <p:spPr>
          <a:xfrm rot="10800000">
            <a:off x="7009450" y="-83500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rgbClr val="9ED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51"/>
          <p:cNvSpPr/>
          <p:nvPr/>
        </p:nvSpPr>
        <p:spPr>
          <a:xfrm rot="10800000">
            <a:off x="6843025" y="-5842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rgbClr val="BCDF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1"/>
          <p:cNvSpPr/>
          <p:nvPr/>
        </p:nvSpPr>
        <p:spPr>
          <a:xfrm rot="10800000">
            <a:off x="7596825" y="-51025"/>
            <a:ext cx="1545650" cy="1464325"/>
          </a:xfrm>
          <a:custGeom>
            <a:avLst/>
            <a:gdLst/>
            <a:ahLst/>
            <a:cxnLst/>
            <a:rect l="l" t="t" r="r" b="b"/>
            <a:pathLst>
              <a:path w="61826" h="58573" extrusionOk="0">
                <a:moveTo>
                  <a:pt x="0" y="58573"/>
                </a:moveTo>
                <a:lnTo>
                  <a:pt x="61612" y="58573"/>
                </a:lnTo>
                <a:cubicBezTo>
                  <a:pt x="61825" y="43648"/>
                  <a:pt x="52828" y="28177"/>
                  <a:pt x="30213" y="25776"/>
                </a:cubicBezTo>
                <a:cubicBezTo>
                  <a:pt x="9605" y="23618"/>
                  <a:pt x="5623" y="14469"/>
                  <a:pt x="0" y="0"/>
                </a:cubicBezTo>
                <a:close/>
              </a:path>
            </a:pathLst>
          </a:custGeom>
          <a:solidFill>
            <a:srgbClr val="E6F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2"/>
          <p:cNvSpPr txBox="1">
            <a:spLocks noGrp="1"/>
          </p:cNvSpPr>
          <p:nvPr>
            <p:ph type="title"/>
          </p:nvPr>
        </p:nvSpPr>
        <p:spPr>
          <a:xfrm>
            <a:off x="720000" y="20059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01" name="Google Shape;401;p52"/>
          <p:cNvSpPr txBox="1">
            <a:spLocks noGrp="1"/>
          </p:cNvSpPr>
          <p:nvPr>
            <p:ph type="subTitle" idx="1"/>
          </p:nvPr>
        </p:nvSpPr>
        <p:spPr>
          <a:xfrm>
            <a:off x="720000" y="2486625"/>
            <a:ext cx="2336400" cy="6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52"/>
          <p:cNvSpPr txBox="1">
            <a:spLocks noGrp="1"/>
          </p:cNvSpPr>
          <p:nvPr>
            <p:ph type="title" idx="2"/>
          </p:nvPr>
        </p:nvSpPr>
        <p:spPr>
          <a:xfrm>
            <a:off x="3403800" y="319661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52"/>
          <p:cNvSpPr txBox="1">
            <a:spLocks noGrp="1"/>
          </p:cNvSpPr>
          <p:nvPr>
            <p:ph type="subTitle" idx="3"/>
          </p:nvPr>
        </p:nvSpPr>
        <p:spPr>
          <a:xfrm>
            <a:off x="3403800" y="3680075"/>
            <a:ext cx="2336400" cy="63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52"/>
          <p:cNvSpPr txBox="1">
            <a:spLocks noGrp="1"/>
          </p:cNvSpPr>
          <p:nvPr>
            <p:ph type="title" idx="4"/>
          </p:nvPr>
        </p:nvSpPr>
        <p:spPr>
          <a:xfrm>
            <a:off x="6087600" y="2005975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None/>
              <a:defRPr sz="2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52"/>
          <p:cNvSpPr txBox="1">
            <a:spLocks noGrp="1"/>
          </p:cNvSpPr>
          <p:nvPr>
            <p:ph type="subTitle" idx="5"/>
          </p:nvPr>
        </p:nvSpPr>
        <p:spPr>
          <a:xfrm>
            <a:off x="6087600" y="2486625"/>
            <a:ext cx="2336400" cy="62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52"/>
          <p:cNvSpPr txBox="1">
            <a:spLocks noGrp="1"/>
          </p:cNvSpPr>
          <p:nvPr>
            <p:ph type="title" idx="6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52"/>
          <p:cNvSpPr/>
          <p:nvPr/>
        </p:nvSpPr>
        <p:spPr>
          <a:xfrm rot="10800000">
            <a:off x="6991659" y="-122584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52"/>
          <p:cNvSpPr/>
          <p:nvPr/>
        </p:nvSpPr>
        <p:spPr>
          <a:xfrm rot="10800000">
            <a:off x="6900558" y="-1252942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52"/>
          <p:cNvSpPr/>
          <p:nvPr/>
        </p:nvSpPr>
        <p:spPr>
          <a:xfrm rot="5400000">
            <a:off x="-2588701" y="-655561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52"/>
          <p:cNvSpPr/>
          <p:nvPr/>
        </p:nvSpPr>
        <p:spPr>
          <a:xfrm rot="5400000">
            <a:off x="-1464316" y="-665634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52"/>
          <p:cNvSpPr/>
          <p:nvPr/>
        </p:nvSpPr>
        <p:spPr>
          <a:xfrm rot="5400000">
            <a:off x="-291171" y="-1550681"/>
            <a:ext cx="2333265" cy="3351228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"/>
          <p:cNvSpPr txBox="1">
            <a:spLocks noGrp="1"/>
          </p:cNvSpPr>
          <p:nvPr>
            <p:ph type="title"/>
          </p:nvPr>
        </p:nvSpPr>
        <p:spPr>
          <a:xfrm>
            <a:off x="119586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4" name="Google Shape;414;p53"/>
          <p:cNvSpPr txBox="1">
            <a:spLocks noGrp="1"/>
          </p:cNvSpPr>
          <p:nvPr>
            <p:ph type="subTitle" idx="1"/>
          </p:nvPr>
        </p:nvSpPr>
        <p:spPr>
          <a:xfrm>
            <a:off x="119586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53"/>
          <p:cNvSpPr txBox="1">
            <a:spLocks noGrp="1"/>
          </p:cNvSpPr>
          <p:nvPr>
            <p:ph type="title" idx="2"/>
          </p:nvPr>
        </p:nvSpPr>
        <p:spPr>
          <a:xfrm>
            <a:off x="5081043" y="16828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6" name="Google Shape;416;p53"/>
          <p:cNvSpPr txBox="1">
            <a:spLocks noGrp="1"/>
          </p:cNvSpPr>
          <p:nvPr>
            <p:ph type="subTitle" idx="3"/>
          </p:nvPr>
        </p:nvSpPr>
        <p:spPr>
          <a:xfrm>
            <a:off x="5081043" y="22693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53"/>
          <p:cNvSpPr txBox="1">
            <a:spLocks noGrp="1"/>
          </p:cNvSpPr>
          <p:nvPr>
            <p:ph type="title" idx="4"/>
          </p:nvPr>
        </p:nvSpPr>
        <p:spPr>
          <a:xfrm>
            <a:off x="119586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18" name="Google Shape;418;p53"/>
          <p:cNvSpPr txBox="1">
            <a:spLocks noGrp="1"/>
          </p:cNvSpPr>
          <p:nvPr>
            <p:ph type="subTitle" idx="5"/>
          </p:nvPr>
        </p:nvSpPr>
        <p:spPr>
          <a:xfrm>
            <a:off x="119586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9" name="Google Shape;419;p53"/>
          <p:cNvSpPr txBox="1">
            <a:spLocks noGrp="1"/>
          </p:cNvSpPr>
          <p:nvPr>
            <p:ph type="title" idx="6"/>
          </p:nvPr>
        </p:nvSpPr>
        <p:spPr>
          <a:xfrm>
            <a:off x="5081043" y="311625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0" name="Google Shape;420;p53"/>
          <p:cNvSpPr txBox="1">
            <a:spLocks noGrp="1"/>
          </p:cNvSpPr>
          <p:nvPr>
            <p:ph type="subTitle" idx="7"/>
          </p:nvPr>
        </p:nvSpPr>
        <p:spPr>
          <a:xfrm>
            <a:off x="5081043" y="3702775"/>
            <a:ext cx="2867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>
            <a:spLocks noGrp="1"/>
          </p:cNvSpPr>
          <p:nvPr>
            <p:ph type="title"/>
          </p:nvPr>
        </p:nvSpPr>
        <p:spPr>
          <a:xfrm>
            <a:off x="720000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4" name="Google Shape;424;p54"/>
          <p:cNvSpPr txBox="1">
            <a:spLocks noGrp="1"/>
          </p:cNvSpPr>
          <p:nvPr>
            <p:ph type="subTitle" idx="1"/>
          </p:nvPr>
        </p:nvSpPr>
        <p:spPr>
          <a:xfrm>
            <a:off x="720000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5" name="Google Shape;425;p54"/>
          <p:cNvSpPr txBox="1">
            <a:spLocks noGrp="1"/>
          </p:cNvSpPr>
          <p:nvPr>
            <p:ph type="title" idx="2"/>
          </p:nvPr>
        </p:nvSpPr>
        <p:spPr>
          <a:xfrm>
            <a:off x="3419269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6" name="Google Shape;426;p54"/>
          <p:cNvSpPr txBox="1">
            <a:spLocks noGrp="1"/>
          </p:cNvSpPr>
          <p:nvPr>
            <p:ph type="subTitle" idx="3"/>
          </p:nvPr>
        </p:nvSpPr>
        <p:spPr>
          <a:xfrm>
            <a:off x="3419269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54"/>
          <p:cNvSpPr txBox="1">
            <a:spLocks noGrp="1"/>
          </p:cNvSpPr>
          <p:nvPr>
            <p:ph type="title" idx="4"/>
          </p:nvPr>
        </p:nvSpPr>
        <p:spPr>
          <a:xfrm>
            <a:off x="720000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28" name="Google Shape;428;p54"/>
          <p:cNvSpPr txBox="1">
            <a:spLocks noGrp="1"/>
          </p:cNvSpPr>
          <p:nvPr>
            <p:ph type="subTitle" idx="5"/>
          </p:nvPr>
        </p:nvSpPr>
        <p:spPr>
          <a:xfrm>
            <a:off x="720000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54"/>
          <p:cNvSpPr txBox="1">
            <a:spLocks noGrp="1"/>
          </p:cNvSpPr>
          <p:nvPr>
            <p:ph type="title" idx="6"/>
          </p:nvPr>
        </p:nvSpPr>
        <p:spPr>
          <a:xfrm>
            <a:off x="3419269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0" name="Google Shape;430;p54"/>
          <p:cNvSpPr txBox="1">
            <a:spLocks noGrp="1"/>
          </p:cNvSpPr>
          <p:nvPr>
            <p:ph type="subTitle" idx="7"/>
          </p:nvPr>
        </p:nvSpPr>
        <p:spPr>
          <a:xfrm>
            <a:off x="3419269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4"/>
          <p:cNvSpPr txBox="1">
            <a:spLocks noGrp="1"/>
          </p:cNvSpPr>
          <p:nvPr>
            <p:ph type="title" idx="8"/>
          </p:nvPr>
        </p:nvSpPr>
        <p:spPr>
          <a:xfrm>
            <a:off x="6118545" y="16828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2" name="Google Shape;432;p54"/>
          <p:cNvSpPr txBox="1">
            <a:spLocks noGrp="1"/>
          </p:cNvSpPr>
          <p:nvPr>
            <p:ph type="subTitle" idx="9"/>
          </p:nvPr>
        </p:nvSpPr>
        <p:spPr>
          <a:xfrm>
            <a:off x="6118545" y="22693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54"/>
          <p:cNvSpPr txBox="1">
            <a:spLocks noGrp="1"/>
          </p:cNvSpPr>
          <p:nvPr>
            <p:ph type="title" idx="13"/>
          </p:nvPr>
        </p:nvSpPr>
        <p:spPr>
          <a:xfrm>
            <a:off x="6118545" y="3116250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4" name="Google Shape;434;p54"/>
          <p:cNvSpPr txBox="1">
            <a:spLocks noGrp="1"/>
          </p:cNvSpPr>
          <p:nvPr>
            <p:ph type="subTitle" idx="14"/>
          </p:nvPr>
        </p:nvSpPr>
        <p:spPr>
          <a:xfrm>
            <a:off x="6118545" y="370277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54"/>
          <p:cNvSpPr txBox="1">
            <a:spLocks noGrp="1"/>
          </p:cNvSpPr>
          <p:nvPr>
            <p:ph type="title" idx="15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>
            <a:spLocks noGrp="1"/>
          </p:cNvSpPr>
          <p:nvPr>
            <p:ph type="title" hasCustomPrompt="1"/>
          </p:nvPr>
        </p:nvSpPr>
        <p:spPr>
          <a:xfrm>
            <a:off x="1284000" y="422700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5"/>
          <p:cNvSpPr txBox="1">
            <a:spLocks noGrp="1"/>
          </p:cNvSpPr>
          <p:nvPr>
            <p:ph type="subTitle" idx="1"/>
          </p:nvPr>
        </p:nvSpPr>
        <p:spPr>
          <a:xfrm>
            <a:off x="1284000" y="1251000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9" name="Google Shape;439;p55"/>
          <p:cNvSpPr txBox="1">
            <a:spLocks noGrp="1"/>
          </p:cNvSpPr>
          <p:nvPr>
            <p:ph type="title" idx="2" hasCustomPrompt="1"/>
          </p:nvPr>
        </p:nvSpPr>
        <p:spPr>
          <a:xfrm>
            <a:off x="1284000" y="187883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0" name="Google Shape;440;p55"/>
          <p:cNvSpPr txBox="1">
            <a:spLocks noGrp="1"/>
          </p:cNvSpPr>
          <p:nvPr>
            <p:ph type="subTitle" idx="3"/>
          </p:nvPr>
        </p:nvSpPr>
        <p:spPr>
          <a:xfrm>
            <a:off x="1284000" y="270713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55"/>
          <p:cNvSpPr txBox="1">
            <a:spLocks noGrp="1"/>
          </p:cNvSpPr>
          <p:nvPr>
            <p:ph type="title" idx="4" hasCustomPrompt="1"/>
          </p:nvPr>
        </p:nvSpPr>
        <p:spPr>
          <a:xfrm>
            <a:off x="1284000" y="3334988"/>
            <a:ext cx="65760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4500">
                <a:solidFill>
                  <a:srgbClr val="46A9E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2" name="Google Shape;442;p55"/>
          <p:cNvSpPr txBox="1">
            <a:spLocks noGrp="1"/>
          </p:cNvSpPr>
          <p:nvPr>
            <p:ph type="subTitle" idx="5"/>
          </p:nvPr>
        </p:nvSpPr>
        <p:spPr>
          <a:xfrm>
            <a:off x="1284000" y="4163288"/>
            <a:ext cx="65760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3" name="Google Shape;443;p55"/>
          <p:cNvSpPr/>
          <p:nvPr/>
        </p:nvSpPr>
        <p:spPr>
          <a:xfrm rot="5400000">
            <a:off x="-524808" y="1494138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55"/>
          <p:cNvSpPr/>
          <p:nvPr/>
        </p:nvSpPr>
        <p:spPr>
          <a:xfrm rot="5400000">
            <a:off x="-5817" y="263978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55"/>
          <p:cNvSpPr/>
          <p:nvPr/>
        </p:nvSpPr>
        <p:spPr>
          <a:xfrm rot="5400000">
            <a:off x="-674076" y="441927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55"/>
          <p:cNvSpPr/>
          <p:nvPr/>
        </p:nvSpPr>
        <p:spPr>
          <a:xfrm rot="-5400000">
            <a:off x="5073598" y="30954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55"/>
          <p:cNvSpPr/>
          <p:nvPr/>
        </p:nvSpPr>
        <p:spPr>
          <a:xfrm rot="-5400000">
            <a:off x="4698222" y="1827745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55"/>
          <p:cNvSpPr/>
          <p:nvPr/>
        </p:nvSpPr>
        <p:spPr>
          <a:xfrm rot="-5400000">
            <a:off x="5697212" y="28267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>
            <a:spLocks noGrp="1"/>
          </p:cNvSpPr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1" name="Google Shape;451;p56"/>
          <p:cNvSpPr txBox="1">
            <a:spLocks noGrp="1"/>
          </p:cNvSpPr>
          <p:nvPr>
            <p:ph type="subTitle" idx="1"/>
          </p:nvPr>
        </p:nvSpPr>
        <p:spPr>
          <a:xfrm>
            <a:off x="2425075" y="1835350"/>
            <a:ext cx="4293900" cy="109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52" name="Google Shape;452;p56"/>
          <p:cNvSpPr txBox="1"/>
          <p:nvPr/>
        </p:nvSpPr>
        <p:spPr>
          <a:xfrm>
            <a:off x="2425075" y="4211600"/>
            <a:ext cx="4293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10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53" name="Google Shape;453;p56"/>
          <p:cNvSpPr/>
          <p:nvPr/>
        </p:nvSpPr>
        <p:spPr>
          <a:xfrm rot="5400000" flipH="1">
            <a:off x="-1022808" y="-109009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56"/>
          <p:cNvSpPr/>
          <p:nvPr/>
        </p:nvSpPr>
        <p:spPr>
          <a:xfrm rot="5400000" flipH="1">
            <a:off x="-503817" y="-494318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56"/>
          <p:cNvSpPr/>
          <p:nvPr/>
        </p:nvSpPr>
        <p:spPr>
          <a:xfrm rot="5400000" flipH="1">
            <a:off x="-1172076" y="173953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56"/>
          <p:cNvSpPr/>
          <p:nvPr/>
        </p:nvSpPr>
        <p:spPr>
          <a:xfrm rot="-5400000" flipH="1">
            <a:off x="5805848" y="-1358480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56"/>
          <p:cNvSpPr/>
          <p:nvPr/>
        </p:nvSpPr>
        <p:spPr>
          <a:xfrm rot="-5400000" flipH="1">
            <a:off x="5430472" y="1205888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56"/>
          <p:cNvSpPr/>
          <p:nvPr/>
        </p:nvSpPr>
        <p:spPr>
          <a:xfrm rot="-5400000" flipH="1">
            <a:off x="6429462" y="-349897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56"/>
          <p:cNvSpPr/>
          <p:nvPr/>
        </p:nvSpPr>
        <p:spPr>
          <a:xfrm rot="-5400000" flipH="1">
            <a:off x="6846899" y="739763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56"/>
          <p:cNvSpPr/>
          <p:nvPr/>
        </p:nvSpPr>
        <p:spPr>
          <a:xfrm rot="-5400000" flipH="1">
            <a:off x="7868401" y="178063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56"/>
          <p:cNvSpPr/>
          <p:nvPr/>
        </p:nvSpPr>
        <p:spPr>
          <a:xfrm rot="-5400000" flipH="1">
            <a:off x="8390813" y="356012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56"/>
          <p:cNvSpPr/>
          <p:nvPr/>
        </p:nvSpPr>
        <p:spPr>
          <a:xfrm rot="5400000" flipH="1">
            <a:off x="-1606355" y="20882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56"/>
          <p:cNvSpPr/>
          <p:nvPr/>
        </p:nvSpPr>
        <p:spPr>
          <a:xfrm rot="5400000" flipH="1">
            <a:off x="-2431754" y="18195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7"/>
          <p:cNvSpPr/>
          <p:nvPr/>
        </p:nvSpPr>
        <p:spPr>
          <a:xfrm rot="5400000">
            <a:off x="-524808" y="1494138"/>
            <a:ext cx="4714425" cy="4483940"/>
          </a:xfrm>
          <a:custGeom>
            <a:avLst/>
            <a:gdLst/>
            <a:ahLst/>
            <a:cxnLst/>
            <a:rect l="l" t="t" r="r" b="b"/>
            <a:pathLst>
              <a:path w="139274" h="132465" extrusionOk="0">
                <a:moveTo>
                  <a:pt x="0" y="130701"/>
                </a:moveTo>
                <a:cubicBezTo>
                  <a:pt x="2553" y="101066"/>
                  <a:pt x="29150" y="108178"/>
                  <a:pt x="40548" y="99637"/>
                </a:cubicBezTo>
                <a:cubicBezTo>
                  <a:pt x="55624" y="88300"/>
                  <a:pt x="52402" y="65320"/>
                  <a:pt x="69394" y="55837"/>
                </a:cubicBezTo>
                <a:cubicBezTo>
                  <a:pt x="75473" y="52433"/>
                  <a:pt x="82798" y="51764"/>
                  <a:pt x="89759" y="50427"/>
                </a:cubicBezTo>
                <a:cubicBezTo>
                  <a:pt x="96689" y="49089"/>
                  <a:pt x="104045" y="46627"/>
                  <a:pt x="107844" y="41004"/>
                </a:cubicBezTo>
                <a:cubicBezTo>
                  <a:pt x="110580" y="36961"/>
                  <a:pt x="111066" y="31946"/>
                  <a:pt x="111461" y="27174"/>
                </a:cubicBezTo>
                <a:cubicBezTo>
                  <a:pt x="111826" y="22402"/>
                  <a:pt x="112252" y="17356"/>
                  <a:pt x="114957" y="13314"/>
                </a:cubicBezTo>
                <a:cubicBezTo>
                  <a:pt x="117632" y="9241"/>
                  <a:pt x="127358" y="0"/>
                  <a:pt x="137237" y="4803"/>
                </a:cubicBezTo>
                <a:cubicBezTo>
                  <a:pt x="138118" y="5198"/>
                  <a:pt x="139273" y="132464"/>
                  <a:pt x="139273" y="13246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57"/>
          <p:cNvSpPr/>
          <p:nvPr/>
        </p:nvSpPr>
        <p:spPr>
          <a:xfrm rot="5400000">
            <a:off x="-5817" y="2639785"/>
            <a:ext cx="3183457" cy="3723602"/>
          </a:xfrm>
          <a:custGeom>
            <a:avLst/>
            <a:gdLst/>
            <a:ahLst/>
            <a:cxnLst/>
            <a:rect l="l" t="t" r="r" b="b"/>
            <a:pathLst>
              <a:path w="94046" h="110003" extrusionOk="0">
                <a:moveTo>
                  <a:pt x="94045" y="5138"/>
                </a:moveTo>
                <a:cubicBezTo>
                  <a:pt x="80367" y="1"/>
                  <a:pt x="69577" y="12159"/>
                  <a:pt x="71978" y="25412"/>
                </a:cubicBezTo>
                <a:cubicBezTo>
                  <a:pt x="74014" y="36932"/>
                  <a:pt x="73163" y="45807"/>
                  <a:pt x="70732" y="53558"/>
                </a:cubicBezTo>
                <a:cubicBezTo>
                  <a:pt x="67874" y="62707"/>
                  <a:pt x="61856" y="72403"/>
                  <a:pt x="52859" y="75777"/>
                </a:cubicBezTo>
                <a:cubicBezTo>
                  <a:pt x="46263" y="78270"/>
                  <a:pt x="38968" y="77449"/>
                  <a:pt x="31886" y="77327"/>
                </a:cubicBezTo>
                <a:cubicBezTo>
                  <a:pt x="24804" y="77206"/>
                  <a:pt x="17114" y="78178"/>
                  <a:pt x="12159" y="83194"/>
                </a:cubicBezTo>
                <a:cubicBezTo>
                  <a:pt x="6050" y="89364"/>
                  <a:pt x="6293" y="99395"/>
                  <a:pt x="2068" y="107054"/>
                </a:cubicBezTo>
                <a:cubicBezTo>
                  <a:pt x="1460" y="108118"/>
                  <a:pt x="761" y="109091"/>
                  <a:pt x="1" y="110003"/>
                </a:cubicBezTo>
                <a:lnTo>
                  <a:pt x="94045" y="11000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57"/>
          <p:cNvSpPr/>
          <p:nvPr/>
        </p:nvSpPr>
        <p:spPr>
          <a:xfrm rot="5400000">
            <a:off x="-674076" y="4419276"/>
            <a:ext cx="2072229" cy="1275840"/>
          </a:xfrm>
          <a:custGeom>
            <a:avLst/>
            <a:gdLst/>
            <a:ahLst/>
            <a:cxnLst/>
            <a:rect l="l" t="t" r="r" b="b"/>
            <a:pathLst>
              <a:path w="61218" h="37691" extrusionOk="0">
                <a:moveTo>
                  <a:pt x="61217" y="0"/>
                </a:moveTo>
                <a:cubicBezTo>
                  <a:pt x="58208" y="4499"/>
                  <a:pt x="54196" y="8146"/>
                  <a:pt x="49180" y="10031"/>
                </a:cubicBezTo>
                <a:cubicBezTo>
                  <a:pt x="42554" y="12553"/>
                  <a:pt x="35259" y="11702"/>
                  <a:pt x="28207" y="11581"/>
                </a:cubicBezTo>
                <a:cubicBezTo>
                  <a:pt x="21125" y="11490"/>
                  <a:pt x="13405" y="12432"/>
                  <a:pt x="8481" y="17447"/>
                </a:cubicBezTo>
                <a:cubicBezTo>
                  <a:pt x="3283" y="22675"/>
                  <a:pt x="2675" y="30730"/>
                  <a:pt x="0" y="37691"/>
                </a:cubicBezTo>
                <a:lnTo>
                  <a:pt x="61217" y="3769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57"/>
          <p:cNvSpPr/>
          <p:nvPr/>
        </p:nvSpPr>
        <p:spPr>
          <a:xfrm rot="-5400000">
            <a:off x="5073598" y="3095424"/>
            <a:ext cx="3567473" cy="4203974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57"/>
          <p:cNvSpPr/>
          <p:nvPr/>
        </p:nvSpPr>
        <p:spPr>
          <a:xfrm rot="-5400000">
            <a:off x="4698222" y="1827745"/>
            <a:ext cx="6324034" cy="2907285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57"/>
          <p:cNvSpPr/>
          <p:nvPr/>
        </p:nvSpPr>
        <p:spPr>
          <a:xfrm rot="-5400000">
            <a:off x="5697212" y="2826735"/>
            <a:ext cx="3769258" cy="3464080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8"/>
          <p:cNvSpPr/>
          <p:nvPr/>
        </p:nvSpPr>
        <p:spPr>
          <a:xfrm flipH="1">
            <a:off x="6761925" y="-156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58"/>
          <p:cNvSpPr/>
          <p:nvPr/>
        </p:nvSpPr>
        <p:spPr>
          <a:xfrm rot="10800000">
            <a:off x="6946525" y="-754575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58"/>
          <p:cNvSpPr/>
          <p:nvPr/>
        </p:nvSpPr>
        <p:spPr>
          <a:xfrm rot="10800000" flipH="1">
            <a:off x="-610111" y="-420997"/>
            <a:ext cx="2407478" cy="2837016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58"/>
          <p:cNvSpPr/>
          <p:nvPr/>
        </p:nvSpPr>
        <p:spPr>
          <a:xfrm rot="10800000" flipH="1">
            <a:off x="-562185" y="-205384"/>
            <a:ext cx="4267720" cy="1961956"/>
          </a:xfrm>
          <a:custGeom>
            <a:avLst/>
            <a:gdLst/>
            <a:ahLst/>
            <a:cxnLst/>
            <a:rect l="l" t="t" r="r" b="b"/>
            <a:pathLst>
              <a:path w="154320" h="70944" extrusionOk="0">
                <a:moveTo>
                  <a:pt x="0" y="70944"/>
                </a:moveTo>
                <a:lnTo>
                  <a:pt x="154319" y="70944"/>
                </a:lnTo>
                <a:cubicBezTo>
                  <a:pt x="153894" y="70579"/>
                  <a:pt x="153468" y="70153"/>
                  <a:pt x="153073" y="69819"/>
                </a:cubicBezTo>
                <a:cubicBezTo>
                  <a:pt x="147359" y="65138"/>
                  <a:pt x="139699" y="63193"/>
                  <a:pt x="132404" y="61187"/>
                </a:cubicBezTo>
                <a:cubicBezTo>
                  <a:pt x="124987" y="59120"/>
                  <a:pt x="119334" y="56931"/>
                  <a:pt x="113315" y="51794"/>
                </a:cubicBezTo>
                <a:cubicBezTo>
                  <a:pt x="107814" y="47083"/>
                  <a:pt x="99029" y="31703"/>
                  <a:pt x="95230" y="28025"/>
                </a:cubicBezTo>
                <a:cubicBezTo>
                  <a:pt x="80944" y="14134"/>
                  <a:pt x="62980" y="20578"/>
                  <a:pt x="46414" y="23648"/>
                </a:cubicBezTo>
                <a:cubicBezTo>
                  <a:pt x="36961" y="25381"/>
                  <a:pt x="27478" y="24134"/>
                  <a:pt x="19210" y="18998"/>
                </a:cubicBezTo>
                <a:cubicBezTo>
                  <a:pt x="11824" y="14408"/>
                  <a:pt x="4316" y="7903"/>
                  <a:pt x="638" y="0"/>
                </a:cubicBezTo>
                <a:lnTo>
                  <a:pt x="31" y="6657"/>
                </a:lnTo>
                <a:lnTo>
                  <a:pt x="31" y="7094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58"/>
          <p:cNvSpPr/>
          <p:nvPr/>
        </p:nvSpPr>
        <p:spPr>
          <a:xfrm rot="10800000" flipH="1">
            <a:off x="-562185" y="-393259"/>
            <a:ext cx="2543652" cy="233770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59"/>
          <p:cNvSpPr/>
          <p:nvPr/>
        </p:nvSpPr>
        <p:spPr>
          <a:xfrm rot="10800000" flipH="1">
            <a:off x="659175" y="-328750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59"/>
          <p:cNvSpPr/>
          <p:nvPr/>
        </p:nvSpPr>
        <p:spPr>
          <a:xfrm rot="10800000" flipH="1">
            <a:off x="-154025" y="-157975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59"/>
          <p:cNvSpPr/>
          <p:nvPr/>
        </p:nvSpPr>
        <p:spPr>
          <a:xfrm rot="10800000" flipH="1">
            <a:off x="-110700" y="-132900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59"/>
          <p:cNvSpPr/>
          <p:nvPr/>
        </p:nvSpPr>
        <p:spPr>
          <a:xfrm rot="10800000">
            <a:off x="6425950" y="2109538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59"/>
          <p:cNvSpPr/>
          <p:nvPr/>
        </p:nvSpPr>
        <p:spPr>
          <a:xfrm rot="10800000">
            <a:off x="6267900" y="3462388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59"/>
          <p:cNvSpPr/>
          <p:nvPr/>
        </p:nvSpPr>
        <p:spPr>
          <a:xfrm rot="10800000">
            <a:off x="7368975" y="4533838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0"/>
          <p:cNvSpPr txBox="1">
            <a:spLocks noGrp="1"/>
          </p:cNvSpPr>
          <p:nvPr>
            <p:ph type="sldNum" idx="12"/>
          </p:nvPr>
        </p:nvSpPr>
        <p:spPr>
          <a:xfrm rot="10800000" flipH="1">
            <a:off x="8404384" y="-3488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0"/>
          <p:cNvSpPr/>
          <p:nvPr/>
        </p:nvSpPr>
        <p:spPr>
          <a:xfrm>
            <a:off x="659175" y="3948438"/>
            <a:ext cx="3566200" cy="1412675"/>
          </a:xfrm>
          <a:custGeom>
            <a:avLst/>
            <a:gdLst/>
            <a:ahLst/>
            <a:cxnLst/>
            <a:rect l="l" t="t" r="r" b="b"/>
            <a:pathLst>
              <a:path w="142648" h="56507" extrusionOk="0">
                <a:moveTo>
                  <a:pt x="142647" y="56476"/>
                </a:moveTo>
                <a:cubicBezTo>
                  <a:pt x="139456" y="54986"/>
                  <a:pt x="136416" y="53132"/>
                  <a:pt x="133286" y="50457"/>
                </a:cubicBezTo>
                <a:cubicBezTo>
                  <a:pt x="127814" y="45776"/>
                  <a:pt x="119030" y="30396"/>
                  <a:pt x="115230" y="26718"/>
                </a:cubicBezTo>
                <a:cubicBezTo>
                  <a:pt x="100944" y="12858"/>
                  <a:pt x="82981" y="19271"/>
                  <a:pt x="66415" y="22341"/>
                </a:cubicBezTo>
                <a:cubicBezTo>
                  <a:pt x="56962" y="24104"/>
                  <a:pt x="47478" y="22828"/>
                  <a:pt x="39211" y="17721"/>
                </a:cubicBezTo>
                <a:cubicBezTo>
                  <a:pt x="31855" y="13162"/>
                  <a:pt x="15958" y="1"/>
                  <a:pt x="0" y="4834"/>
                </a:cubicBezTo>
                <a:lnTo>
                  <a:pt x="11216" y="56506"/>
                </a:lnTo>
                <a:lnTo>
                  <a:pt x="142647" y="5650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60"/>
          <p:cNvSpPr/>
          <p:nvPr/>
        </p:nvSpPr>
        <p:spPr>
          <a:xfrm>
            <a:off x="-154025" y="2625688"/>
            <a:ext cx="2176350" cy="2564650"/>
          </a:xfrm>
          <a:custGeom>
            <a:avLst/>
            <a:gdLst/>
            <a:ahLst/>
            <a:cxnLst/>
            <a:rect l="l" t="t" r="r" b="b"/>
            <a:pathLst>
              <a:path w="87054" h="102586" extrusionOk="0">
                <a:moveTo>
                  <a:pt x="84896" y="90640"/>
                </a:moveTo>
                <a:cubicBezTo>
                  <a:pt x="81887" y="84044"/>
                  <a:pt x="76142" y="79090"/>
                  <a:pt x="70701" y="74227"/>
                </a:cubicBezTo>
                <a:cubicBezTo>
                  <a:pt x="65199" y="69302"/>
                  <a:pt x="60944" y="64348"/>
                  <a:pt x="57874" y="57144"/>
                </a:cubicBezTo>
                <a:cubicBezTo>
                  <a:pt x="55199" y="50852"/>
                  <a:pt x="52008" y="34712"/>
                  <a:pt x="50275" y="29788"/>
                </a:cubicBezTo>
                <a:cubicBezTo>
                  <a:pt x="43679" y="11247"/>
                  <a:pt x="26962" y="8542"/>
                  <a:pt x="11521" y="4499"/>
                </a:cubicBezTo>
                <a:cubicBezTo>
                  <a:pt x="7812" y="3557"/>
                  <a:pt x="4682" y="2007"/>
                  <a:pt x="1794" y="1"/>
                </a:cubicBezTo>
                <a:lnTo>
                  <a:pt x="1794" y="68573"/>
                </a:lnTo>
                <a:lnTo>
                  <a:pt x="1" y="102586"/>
                </a:lnTo>
                <a:lnTo>
                  <a:pt x="86142" y="102586"/>
                </a:lnTo>
                <a:cubicBezTo>
                  <a:pt x="87054" y="98786"/>
                  <a:pt x="86568" y="94318"/>
                  <a:pt x="84896" y="9064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60"/>
          <p:cNvSpPr/>
          <p:nvPr/>
        </p:nvSpPr>
        <p:spPr>
          <a:xfrm>
            <a:off x="-110700" y="3051988"/>
            <a:ext cx="2299450" cy="2113275"/>
          </a:xfrm>
          <a:custGeom>
            <a:avLst/>
            <a:gdLst/>
            <a:ahLst/>
            <a:cxnLst/>
            <a:rect l="l" t="t" r="r" b="b"/>
            <a:pathLst>
              <a:path w="91978" h="84531" extrusionOk="0">
                <a:moveTo>
                  <a:pt x="0" y="84531"/>
                </a:moveTo>
                <a:lnTo>
                  <a:pt x="91978" y="84531"/>
                </a:lnTo>
                <a:cubicBezTo>
                  <a:pt x="91430" y="70214"/>
                  <a:pt x="82251" y="55928"/>
                  <a:pt x="60579" y="53649"/>
                </a:cubicBezTo>
                <a:cubicBezTo>
                  <a:pt x="36718" y="51126"/>
                  <a:pt x="35198" y="39272"/>
                  <a:pt x="27539" y="20578"/>
                </a:cubicBezTo>
                <a:cubicBezTo>
                  <a:pt x="20426" y="3253"/>
                  <a:pt x="5988" y="396"/>
                  <a:pt x="31" y="0"/>
                </a:cubicBezTo>
                <a:lnTo>
                  <a:pt x="31" y="8453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60"/>
          <p:cNvSpPr/>
          <p:nvPr/>
        </p:nvSpPr>
        <p:spPr>
          <a:xfrm flipH="1">
            <a:off x="6425950" y="-328750"/>
            <a:ext cx="2753875" cy="3251575"/>
          </a:xfrm>
          <a:custGeom>
            <a:avLst/>
            <a:gdLst/>
            <a:ahLst/>
            <a:cxnLst/>
            <a:rect l="l" t="t" r="r" b="b"/>
            <a:pathLst>
              <a:path w="110155" h="130063" extrusionOk="0">
                <a:moveTo>
                  <a:pt x="0" y="0"/>
                </a:moveTo>
                <a:lnTo>
                  <a:pt x="0" y="130063"/>
                </a:lnTo>
                <a:cubicBezTo>
                  <a:pt x="730" y="129242"/>
                  <a:pt x="1338" y="128391"/>
                  <a:pt x="1763" y="127601"/>
                </a:cubicBezTo>
                <a:cubicBezTo>
                  <a:pt x="4134" y="123042"/>
                  <a:pt x="4164" y="117692"/>
                  <a:pt x="4164" y="112555"/>
                </a:cubicBezTo>
                <a:cubicBezTo>
                  <a:pt x="4164" y="107418"/>
                  <a:pt x="4225" y="102069"/>
                  <a:pt x="6657" y="97540"/>
                </a:cubicBezTo>
                <a:cubicBezTo>
                  <a:pt x="10031" y="91278"/>
                  <a:pt x="17143" y="88056"/>
                  <a:pt x="23952" y="86020"/>
                </a:cubicBezTo>
                <a:cubicBezTo>
                  <a:pt x="30791" y="84014"/>
                  <a:pt x="38056" y="82676"/>
                  <a:pt x="43831" y="78573"/>
                </a:cubicBezTo>
                <a:cubicBezTo>
                  <a:pt x="60032" y="67023"/>
                  <a:pt x="54986" y="42828"/>
                  <a:pt x="69150" y="29545"/>
                </a:cubicBezTo>
                <a:cubicBezTo>
                  <a:pt x="79880" y="19453"/>
                  <a:pt x="103862" y="18025"/>
                  <a:pt x="110154" y="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60"/>
          <p:cNvSpPr/>
          <p:nvPr/>
        </p:nvSpPr>
        <p:spPr>
          <a:xfrm flipH="1">
            <a:off x="6267900" y="-205150"/>
            <a:ext cx="2911925" cy="1775125"/>
          </a:xfrm>
          <a:custGeom>
            <a:avLst/>
            <a:gdLst/>
            <a:ahLst/>
            <a:cxnLst/>
            <a:rect l="l" t="t" r="r" b="b"/>
            <a:pathLst>
              <a:path w="116477" h="71005" extrusionOk="0">
                <a:moveTo>
                  <a:pt x="0" y="0"/>
                </a:moveTo>
                <a:lnTo>
                  <a:pt x="0" y="71004"/>
                </a:lnTo>
                <a:cubicBezTo>
                  <a:pt x="1702" y="70579"/>
                  <a:pt x="3283" y="69941"/>
                  <a:pt x="4772" y="69059"/>
                </a:cubicBezTo>
                <a:cubicBezTo>
                  <a:pt x="10608" y="65685"/>
                  <a:pt x="14833" y="59788"/>
                  <a:pt x="18572" y="53892"/>
                </a:cubicBezTo>
                <a:cubicBezTo>
                  <a:pt x="22280" y="47995"/>
                  <a:pt x="25837" y="41855"/>
                  <a:pt x="31034" y="37326"/>
                </a:cubicBezTo>
                <a:cubicBezTo>
                  <a:pt x="37934" y="31277"/>
                  <a:pt x="47083" y="28846"/>
                  <a:pt x="56019" y="28056"/>
                </a:cubicBezTo>
                <a:cubicBezTo>
                  <a:pt x="64956" y="27235"/>
                  <a:pt x="73953" y="27843"/>
                  <a:pt x="82889" y="26961"/>
                </a:cubicBezTo>
                <a:cubicBezTo>
                  <a:pt x="91826" y="26080"/>
                  <a:pt x="100944" y="23587"/>
                  <a:pt x="107783" y="17387"/>
                </a:cubicBezTo>
                <a:cubicBezTo>
                  <a:pt x="112555" y="13040"/>
                  <a:pt x="115929" y="6596"/>
                  <a:pt x="116476" y="31"/>
                </a:cubicBezTo>
                <a:lnTo>
                  <a:pt x="0" y="3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60"/>
          <p:cNvSpPr/>
          <p:nvPr/>
        </p:nvSpPr>
        <p:spPr>
          <a:xfrm flipH="1">
            <a:off x="7368975" y="-205150"/>
            <a:ext cx="1810850" cy="703675"/>
          </a:xfrm>
          <a:custGeom>
            <a:avLst/>
            <a:gdLst/>
            <a:ahLst/>
            <a:cxnLst/>
            <a:rect l="l" t="t" r="r" b="b"/>
            <a:pathLst>
              <a:path w="72434" h="28147" extrusionOk="0">
                <a:moveTo>
                  <a:pt x="0" y="0"/>
                </a:moveTo>
                <a:lnTo>
                  <a:pt x="0" y="28147"/>
                </a:lnTo>
                <a:cubicBezTo>
                  <a:pt x="4012" y="26870"/>
                  <a:pt x="8177" y="26110"/>
                  <a:pt x="12310" y="25745"/>
                </a:cubicBezTo>
                <a:cubicBezTo>
                  <a:pt x="21247" y="24955"/>
                  <a:pt x="30274" y="25563"/>
                  <a:pt x="39180" y="24682"/>
                </a:cubicBezTo>
                <a:cubicBezTo>
                  <a:pt x="48117" y="23800"/>
                  <a:pt x="57235" y="21308"/>
                  <a:pt x="64074" y="15107"/>
                </a:cubicBezTo>
                <a:cubicBezTo>
                  <a:pt x="68299" y="11277"/>
                  <a:pt x="71400" y="5745"/>
                  <a:pt x="724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omfortaa"/>
              <a:buNone/>
              <a:defRPr sz="35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omfortaa"/>
              <a:buNone/>
              <a:defRPr sz="35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●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naheim"/>
              <a:buChar char="○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naheim"/>
              <a:buChar char="■"/>
              <a:defRPr>
                <a:solidFill>
                  <a:schemeClr val="dk2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1"/>
          <p:cNvSpPr txBox="1">
            <a:spLocks noGrp="1"/>
          </p:cNvSpPr>
          <p:nvPr>
            <p:ph type="ctrTitle"/>
          </p:nvPr>
        </p:nvSpPr>
        <p:spPr>
          <a:xfrm>
            <a:off x="2045575" y="1077625"/>
            <a:ext cx="5052900" cy="23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Mochi 3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98" name="Google Shape;498;p61"/>
          <p:cNvSpPr txBox="1">
            <a:spLocks noGrp="1"/>
          </p:cNvSpPr>
          <p:nvPr>
            <p:ph type="subTitle" idx="1"/>
          </p:nvPr>
        </p:nvSpPr>
        <p:spPr>
          <a:xfrm>
            <a:off x="2392500" y="2827013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Manuel Abril Lopez, Mateus Guimaraes Pedro, Vladimir Simov, Ondrej Pazourek, Pranay Ghelani, Rebeka Olar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Authentication page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04" name="Google Shape;504;p62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888"/>
            </a:avLst>
          </a:prstGeom>
          <a:solidFill>
            <a:srgbClr val="C1E7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5" name="Google Shape;505;p62"/>
          <p:cNvPicPr preferRelativeResize="0"/>
          <p:nvPr/>
        </p:nvPicPr>
        <p:blipFill rotWithShape="1">
          <a:blip r:embed="rId3">
            <a:alphaModFix/>
          </a:blip>
          <a:srcRect l="4500" r="5685"/>
          <a:stretch/>
        </p:blipFill>
        <p:spPr>
          <a:xfrm>
            <a:off x="1257300" y="1154430"/>
            <a:ext cx="6629400" cy="3657600"/>
          </a:xfrm>
          <a:prstGeom prst="roundRect">
            <a:avLst>
              <a:gd name="adj" fmla="val 874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Home Page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11" name="Google Shape;511;p63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82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2" name="Google Shape;5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291" y="1154430"/>
            <a:ext cx="6629400" cy="3657600"/>
          </a:xfrm>
          <a:prstGeom prst="roundRect">
            <a:avLst>
              <a:gd name="adj" fmla="val 902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4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82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64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Calendar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19" name="Google Shape;51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288" y="1154420"/>
            <a:ext cx="6629400" cy="3657600"/>
          </a:xfrm>
          <a:prstGeom prst="roundRect">
            <a:avLst>
              <a:gd name="adj" fmla="val 930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58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65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Goals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26" name="Google Shape;52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154429"/>
            <a:ext cx="6629400" cy="3657600"/>
          </a:xfrm>
          <a:prstGeom prst="roundRect">
            <a:avLst>
              <a:gd name="adj" fmla="val 902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58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66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Ideal Day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33" name="Google Shape;5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154420"/>
            <a:ext cx="6629400" cy="3657600"/>
          </a:xfrm>
          <a:prstGeom prst="roundRect">
            <a:avLst>
              <a:gd name="adj" fmla="val 902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7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33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67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Challenges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40" name="Google Shape;5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00" y="1154430"/>
            <a:ext cx="6629400" cy="3657600"/>
          </a:xfrm>
          <a:prstGeom prst="roundRect">
            <a:avLst>
              <a:gd name="adj" fmla="val 918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"/>
          <p:cNvSpPr/>
          <p:nvPr/>
        </p:nvSpPr>
        <p:spPr>
          <a:xfrm>
            <a:off x="1028700" y="928650"/>
            <a:ext cx="7086600" cy="4114800"/>
          </a:xfrm>
          <a:prstGeom prst="roundRect">
            <a:avLst>
              <a:gd name="adj" fmla="val 1333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68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Friends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47" name="Google Shape;54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12" y="1157238"/>
            <a:ext cx="6629400" cy="3657600"/>
          </a:xfrm>
          <a:prstGeom prst="roundRect">
            <a:avLst>
              <a:gd name="adj" fmla="val 930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9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33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69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Achievements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54" name="Google Shape;55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312" y="1154418"/>
            <a:ext cx="6629400" cy="3657600"/>
          </a:xfrm>
          <a:prstGeom prst="roundRect">
            <a:avLst>
              <a:gd name="adj" fmla="val 930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331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70"/>
          <p:cNvSpPr txBox="1">
            <a:spLocks noGrp="1"/>
          </p:cNvSpPr>
          <p:nvPr>
            <p:ph type="title"/>
          </p:nvPr>
        </p:nvSpPr>
        <p:spPr>
          <a:xfrm>
            <a:off x="731520" y="4572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My Mochi Page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61" name="Google Shape;56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288" y="1154418"/>
            <a:ext cx="6629400" cy="3657600"/>
          </a:xfrm>
          <a:prstGeom prst="roundRect">
            <a:avLst>
              <a:gd name="adj" fmla="val 9308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1"/>
          <p:cNvSpPr/>
          <p:nvPr/>
        </p:nvSpPr>
        <p:spPr>
          <a:xfrm>
            <a:off x="2103150" y="834360"/>
            <a:ext cx="4937700" cy="4206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08375" tIns="108375" rIns="108375" bIns="1083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7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Use Case Diagram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pic>
        <p:nvPicPr>
          <p:cNvPr id="568" name="Google Shape;56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747" y="1017810"/>
            <a:ext cx="4480500" cy="3839400"/>
          </a:xfrm>
          <a:prstGeom prst="roundRect">
            <a:avLst>
              <a:gd name="adj" fmla="val 13694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Use Case Diagram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74" name="Google Shape;574;p72"/>
          <p:cNvSpPr/>
          <p:nvPr/>
        </p:nvSpPr>
        <p:spPr>
          <a:xfrm>
            <a:off x="2103150" y="834360"/>
            <a:ext cx="4937700" cy="4206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5" name="Google Shape;57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749" y="1017198"/>
            <a:ext cx="4480500" cy="3840600"/>
          </a:xfrm>
          <a:prstGeom prst="roundRect">
            <a:avLst>
              <a:gd name="adj" fmla="val 13585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Class Diagram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81" name="Google Shape;581;p73"/>
          <p:cNvSpPr/>
          <p:nvPr/>
        </p:nvSpPr>
        <p:spPr>
          <a:xfrm>
            <a:off x="1028700" y="925830"/>
            <a:ext cx="7086600" cy="4114800"/>
          </a:xfrm>
          <a:prstGeom prst="roundRect">
            <a:avLst>
              <a:gd name="adj" fmla="val 1306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2" name="Google Shape;582;p73"/>
          <p:cNvPicPr preferRelativeResize="0"/>
          <p:nvPr/>
        </p:nvPicPr>
        <p:blipFill rotWithShape="1">
          <a:blip r:embed="rId3">
            <a:alphaModFix/>
          </a:blip>
          <a:srcRect l="1604" t="4251"/>
          <a:stretch/>
        </p:blipFill>
        <p:spPr>
          <a:xfrm>
            <a:off x="1257300" y="1154430"/>
            <a:ext cx="6629400" cy="3657600"/>
          </a:xfrm>
          <a:prstGeom prst="roundRect">
            <a:avLst>
              <a:gd name="adj" fmla="val 9317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Story Map</a:t>
            </a:r>
            <a:endParaRPr sz="3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sp>
        <p:nvSpPr>
          <p:cNvPr id="588" name="Google Shape;588;p74"/>
          <p:cNvSpPr/>
          <p:nvPr/>
        </p:nvSpPr>
        <p:spPr>
          <a:xfrm>
            <a:off x="228600" y="1187550"/>
            <a:ext cx="8686800" cy="3584700"/>
          </a:xfrm>
          <a:prstGeom prst="roundRect">
            <a:avLst>
              <a:gd name="adj" fmla="val 1467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111000" tIns="111000" rIns="111000" bIns="111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9" name="Google Shape;58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00" y="1468800"/>
            <a:ext cx="8114400" cy="3022200"/>
          </a:xfrm>
          <a:prstGeom prst="roundRect">
            <a:avLst>
              <a:gd name="adj" fmla="val 11617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6A9E7">
            <a:alpha val="7140"/>
          </a:srgbClr>
        </a:solidFill>
        <a:effectLst/>
      </p:bgPr>
    </p:bg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5"/>
          <p:cNvSpPr txBox="1">
            <a:spLocks noGrp="1"/>
          </p:cNvSpPr>
          <p:nvPr>
            <p:ph type="title"/>
          </p:nvPr>
        </p:nvSpPr>
        <p:spPr>
          <a:xfrm>
            <a:off x="2228600" y="3647763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—Imam Ramadan (RISE)</a:t>
            </a:r>
            <a:endParaRPr/>
          </a:p>
        </p:txBody>
      </p:sp>
      <p:sp>
        <p:nvSpPr>
          <p:cNvPr id="595" name="Google Shape;595;p75"/>
          <p:cNvSpPr txBox="1">
            <a:spLocks noGrp="1"/>
          </p:cNvSpPr>
          <p:nvPr>
            <p:ph type="subTitle" idx="1"/>
          </p:nvPr>
        </p:nvSpPr>
        <p:spPr>
          <a:xfrm>
            <a:off x="557100" y="1917425"/>
            <a:ext cx="8029800" cy="164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“The design has a clean look and usable intuitive features. It is also well structured and the light theme fits nicely (would be nice to have a dark mode). Other than that I couldn’t find any negative points I could comment on except the home page being quite cluttered.”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Watery Shapes Style MK Campaign by Slidesgo">
  <a:themeElements>
    <a:clrScheme name="Simple Light">
      <a:dk1>
        <a:srgbClr val="091D31"/>
      </a:dk1>
      <a:lt1>
        <a:srgbClr val="FFFFFF"/>
      </a:lt1>
      <a:dk2>
        <a:srgbClr val="336E94"/>
      </a:dk2>
      <a:lt2>
        <a:srgbClr val="9ED2F2"/>
      </a:lt2>
      <a:accent1>
        <a:srgbClr val="46A9E7"/>
      </a:accent1>
      <a:accent2>
        <a:srgbClr val="C1E7FF"/>
      </a:accent2>
      <a:accent3>
        <a:srgbClr val="BCDFF6"/>
      </a:accent3>
      <a:accent4>
        <a:srgbClr val="E6F5FF"/>
      </a:accent4>
      <a:accent5>
        <a:srgbClr val="0097A7"/>
      </a:accent5>
      <a:accent6>
        <a:srgbClr val="FFFFFF"/>
      </a:accent6>
      <a:hlink>
        <a:srgbClr val="091D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Watery Shapes Style MK Campaign by Slidesgo">
  <a:themeElements>
    <a:clrScheme name="Simple Light">
      <a:dk1>
        <a:srgbClr val="091D31"/>
      </a:dk1>
      <a:lt1>
        <a:srgbClr val="FFFFFF"/>
      </a:lt1>
      <a:dk2>
        <a:srgbClr val="336E94"/>
      </a:dk2>
      <a:lt2>
        <a:srgbClr val="9ED2F2"/>
      </a:lt2>
      <a:accent1>
        <a:srgbClr val="46A9E7"/>
      </a:accent1>
      <a:accent2>
        <a:srgbClr val="C1E7FF"/>
      </a:accent2>
      <a:accent3>
        <a:srgbClr val="BCDFF6"/>
      </a:accent3>
      <a:accent4>
        <a:srgbClr val="E6F5FF"/>
      </a:accent4>
      <a:accent5>
        <a:srgbClr val="0097A7"/>
      </a:accent5>
      <a:accent6>
        <a:srgbClr val="FFFFFF"/>
      </a:accent6>
      <a:hlink>
        <a:srgbClr val="091D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On-screen Show (16:9)</PresentationFormat>
  <Paragraphs>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Anaheim</vt:lpstr>
      <vt:lpstr>Bebas Neue</vt:lpstr>
      <vt:lpstr>Comfortaa</vt:lpstr>
      <vt:lpstr>Arial</vt:lpstr>
      <vt:lpstr>Simple Watery Shapes Style MK Campaign by Slidesgo</vt:lpstr>
      <vt:lpstr>Simple Watery Shapes Style MK Campaign by Slidesgo</vt:lpstr>
      <vt:lpstr>Mochi 3</vt:lpstr>
      <vt:lpstr>Authentication page </vt:lpstr>
      <vt:lpstr>Home Page </vt:lpstr>
      <vt:lpstr> Calendar Page  </vt:lpstr>
      <vt:lpstr>Goals Page </vt:lpstr>
      <vt:lpstr>Ideal Day Page </vt:lpstr>
      <vt:lpstr>Challenges Page </vt:lpstr>
      <vt:lpstr>Friends Page </vt:lpstr>
      <vt:lpstr>Achievements Page </vt:lpstr>
      <vt:lpstr>My Mochi Page </vt:lpstr>
      <vt:lpstr>Use Case Diagram </vt:lpstr>
      <vt:lpstr>Use Case Diagram </vt:lpstr>
      <vt:lpstr>Class Diagram </vt:lpstr>
      <vt:lpstr>Story Map </vt:lpstr>
      <vt:lpstr>—Imam Ramadan (RISE)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Pranay Ghelani</cp:lastModifiedBy>
  <cp:revision>1</cp:revision>
  <dcterms:modified xsi:type="dcterms:W3CDTF">2026-05-13T09:45:00Z</dcterms:modified>
</cp:coreProperties>
</file>